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342" r:id="rId2"/>
    <p:sldId id="343" r:id="rId3"/>
    <p:sldId id="345" r:id="rId4"/>
    <p:sldId id="346" r:id="rId5"/>
    <p:sldId id="347" r:id="rId6"/>
    <p:sldId id="333" r:id="rId7"/>
    <p:sldId id="334" r:id="rId8"/>
    <p:sldId id="335" r:id="rId9"/>
    <p:sldId id="348" r:id="rId10"/>
    <p:sldId id="337" r:id="rId11"/>
    <p:sldId id="338" r:id="rId12"/>
    <p:sldId id="340" r:id="rId13"/>
    <p:sldId id="34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38" autoAdjust="0"/>
    <p:restoredTop sz="86000" autoAdjust="0"/>
  </p:normalViewPr>
  <p:slideViewPr>
    <p:cSldViewPr snapToGrid="0">
      <p:cViewPr varScale="1">
        <p:scale>
          <a:sx n="59" d="100"/>
          <a:sy n="59" d="100"/>
        </p:scale>
        <p:origin x="47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B9D2A9-7638-45AC-BC8F-3DF2518BB022}" type="datetimeFigureOut">
              <a:rPr lang="en-US" smtClean="0"/>
              <a:t>10/8/2017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28283-3D2B-4846-AA48-2C4A4695E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452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08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348ED-14C6-42EB-8AB6-3B33A93ADC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698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08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348ED-14C6-42EB-8AB6-3B33A93ADC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237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08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348ED-14C6-42EB-8AB6-3B33A93ADC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9890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08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348ED-14C6-42EB-8AB6-3B33A93ADC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1941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08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348ED-14C6-42EB-8AB6-3B33A93ADC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3897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08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348ED-14C6-42EB-8AB6-3B33A93ADC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0640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08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348ED-14C6-42EB-8AB6-3B33A93ADC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8638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08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348ED-14C6-42EB-8AB6-3B33A93ADC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7458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GetSavingConfirmation</a:t>
            </a:r>
            <a:r>
              <a:rPr lang="en-US" dirty="0" smtClean="0"/>
              <a:t>()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348ED-14C6-42EB-8AB6-3B33A93ADC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1263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Save()</a:t>
            </a:r>
          </a:p>
          <a:p>
            <a:r>
              <a:rPr lang="en-US" dirty="0" err="1" smtClean="0"/>
              <a:t>ShowSavingResult</a:t>
            </a:r>
            <a:r>
              <a:rPr lang="en-US" dirty="0" smtClean="0"/>
              <a:t>()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348ED-14C6-42EB-8AB6-3B33A93ADC0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4187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08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348ED-14C6-42EB-8AB6-3B33A93ADC0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7517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08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348ED-14C6-42EB-8AB6-3B33A93ADC0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646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FD664-C987-4E7C-AF03-2603B231F9CA}" type="datetimeFigureOut">
              <a:rPr lang="en-US" smtClean="0"/>
              <a:t>10/8/2017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553D9-A081-4CD2-B9B4-684110E7364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882" y="364692"/>
            <a:ext cx="1724296" cy="665596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-12879" y="-12879"/>
            <a:ext cx="437882" cy="412124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11754118" y="0"/>
            <a:ext cx="437882" cy="412124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9813701" y="399245"/>
            <a:ext cx="1940417" cy="276999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chemeClr val="bg1"/>
                </a:solidFill>
              </a:rPr>
              <a:t>www.hoasen.edu.vn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9659155" y="693241"/>
            <a:ext cx="154546" cy="1825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 userDrawn="1"/>
        </p:nvSpPr>
        <p:spPr>
          <a:xfrm>
            <a:off x="0" y="6593983"/>
            <a:ext cx="12192000" cy="276999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chemeClr val="bg1"/>
                </a:solidFill>
              </a:rPr>
              <a:t>									</a:t>
            </a:r>
            <a:r>
              <a:rPr lang="en-US" sz="1200" b="0" dirty="0" err="1" smtClean="0">
                <a:solidFill>
                  <a:schemeClr val="bg1"/>
                </a:solidFill>
              </a:rPr>
              <a:t>Tỏa</a:t>
            </a:r>
            <a:r>
              <a:rPr lang="en-US" sz="1200" b="0" dirty="0" smtClean="0">
                <a:solidFill>
                  <a:schemeClr val="bg1"/>
                </a:solidFill>
              </a:rPr>
              <a:t> </a:t>
            </a:r>
            <a:r>
              <a:rPr lang="en-US" sz="1200" b="0" dirty="0" err="1" smtClean="0">
                <a:solidFill>
                  <a:schemeClr val="bg1"/>
                </a:solidFill>
              </a:rPr>
              <a:t>hương</a:t>
            </a:r>
            <a:r>
              <a:rPr lang="en-US" sz="1200" b="0" baseline="0" dirty="0" smtClean="0">
                <a:solidFill>
                  <a:schemeClr val="bg1"/>
                </a:solidFill>
              </a:rPr>
              <a:t> tri </a:t>
            </a:r>
            <a:r>
              <a:rPr lang="en-US" sz="1200" b="0" baseline="0" dirty="0" err="1" smtClean="0">
                <a:solidFill>
                  <a:schemeClr val="bg1"/>
                </a:solidFill>
              </a:rPr>
              <a:t>thức</a:t>
            </a:r>
            <a:r>
              <a:rPr lang="en-US" sz="1200" b="0" baseline="0" dirty="0" smtClean="0">
                <a:solidFill>
                  <a:schemeClr val="bg1"/>
                </a:solidFill>
              </a:rPr>
              <a:t> – </a:t>
            </a:r>
            <a:r>
              <a:rPr lang="en-US" sz="1200" b="0" baseline="0" dirty="0" err="1" smtClean="0">
                <a:solidFill>
                  <a:schemeClr val="bg1"/>
                </a:solidFill>
              </a:rPr>
              <a:t>Thắp</a:t>
            </a:r>
            <a:r>
              <a:rPr lang="en-US" sz="1200" b="0" baseline="0" dirty="0" smtClean="0">
                <a:solidFill>
                  <a:schemeClr val="bg1"/>
                </a:solidFill>
              </a:rPr>
              <a:t> </a:t>
            </a:r>
            <a:r>
              <a:rPr lang="en-US" sz="1200" b="0" baseline="0" dirty="0" err="1" smtClean="0">
                <a:solidFill>
                  <a:schemeClr val="bg1"/>
                </a:solidFill>
              </a:rPr>
              <a:t>sáng</a:t>
            </a:r>
            <a:r>
              <a:rPr lang="en-US" sz="1200" b="0" baseline="0" dirty="0" smtClean="0">
                <a:solidFill>
                  <a:schemeClr val="bg1"/>
                </a:solidFill>
              </a:rPr>
              <a:t> </a:t>
            </a:r>
            <a:r>
              <a:rPr lang="en-US" sz="1200" b="0" baseline="0" dirty="0" err="1" smtClean="0">
                <a:solidFill>
                  <a:schemeClr val="bg1"/>
                </a:solidFill>
              </a:rPr>
              <a:t>tương</a:t>
            </a:r>
            <a:r>
              <a:rPr lang="en-US" sz="1200" b="0" baseline="0" dirty="0" smtClean="0">
                <a:solidFill>
                  <a:schemeClr val="bg1"/>
                </a:solidFill>
              </a:rPr>
              <a:t> </a:t>
            </a:r>
            <a:r>
              <a:rPr lang="en-US" sz="1200" b="0" baseline="0" dirty="0" err="1" smtClean="0">
                <a:solidFill>
                  <a:schemeClr val="bg1"/>
                </a:solidFill>
              </a:rPr>
              <a:t>lai</a:t>
            </a:r>
            <a:endParaRPr lang="en-US" sz="12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6633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FD664-C987-4E7C-AF03-2603B231F9CA}" type="datetimeFigureOut">
              <a:rPr lang="en-US" smtClean="0"/>
              <a:t>10/8/2017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553D9-A081-4CD2-B9B4-684110E73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879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FD664-C987-4E7C-AF03-2603B231F9CA}" type="datetimeFigureOut">
              <a:rPr lang="en-US" smtClean="0"/>
              <a:t>10/8/2017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553D9-A081-4CD2-B9B4-684110E73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240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FD664-C987-4E7C-AF03-2603B231F9CA}" type="datetimeFigureOut">
              <a:rPr lang="en-US" smtClean="0"/>
              <a:t>10/8/2017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553D9-A081-4CD2-B9B4-684110E7364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33" y="178228"/>
            <a:ext cx="1615091" cy="623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958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FD664-C987-4E7C-AF03-2603B231F9CA}" type="datetimeFigureOut">
              <a:rPr lang="en-US" smtClean="0"/>
              <a:t>10/8/2017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553D9-A081-4CD2-B9B4-684110E73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199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FD664-C987-4E7C-AF03-2603B231F9CA}" type="datetimeFigureOut">
              <a:rPr lang="en-US" smtClean="0"/>
              <a:t>10/8/2017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553D9-A081-4CD2-B9B4-684110E73646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-12879" y="-12879"/>
            <a:ext cx="437882" cy="412124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1754118" y="0"/>
            <a:ext cx="437882" cy="412124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9813701" y="399245"/>
            <a:ext cx="1940417" cy="276999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chemeClr val="bg1"/>
                </a:solidFill>
              </a:rPr>
              <a:t>www.hoasen.edu.vn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9659155" y="693241"/>
            <a:ext cx="154546" cy="1825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0" y="6593983"/>
            <a:ext cx="12192000" cy="276999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chemeClr val="bg1"/>
                </a:solidFill>
              </a:rPr>
              <a:t>									</a:t>
            </a:r>
            <a:r>
              <a:rPr lang="en-US" sz="1200" b="0" dirty="0" err="1" smtClean="0">
                <a:solidFill>
                  <a:schemeClr val="bg1"/>
                </a:solidFill>
              </a:rPr>
              <a:t>Tỏa</a:t>
            </a:r>
            <a:r>
              <a:rPr lang="en-US" sz="1200" b="0" dirty="0" smtClean="0">
                <a:solidFill>
                  <a:schemeClr val="bg1"/>
                </a:solidFill>
              </a:rPr>
              <a:t> </a:t>
            </a:r>
            <a:r>
              <a:rPr lang="en-US" sz="1200" b="0" dirty="0" err="1" smtClean="0">
                <a:solidFill>
                  <a:schemeClr val="bg1"/>
                </a:solidFill>
              </a:rPr>
              <a:t>hương</a:t>
            </a:r>
            <a:r>
              <a:rPr lang="en-US" sz="1200" b="0" baseline="0" dirty="0" smtClean="0">
                <a:solidFill>
                  <a:schemeClr val="bg1"/>
                </a:solidFill>
              </a:rPr>
              <a:t> tri </a:t>
            </a:r>
            <a:r>
              <a:rPr lang="en-US" sz="1200" b="0" baseline="0" dirty="0" err="1" smtClean="0">
                <a:solidFill>
                  <a:schemeClr val="bg1"/>
                </a:solidFill>
              </a:rPr>
              <a:t>thức</a:t>
            </a:r>
            <a:r>
              <a:rPr lang="en-US" sz="1200" b="0" baseline="0" dirty="0" smtClean="0">
                <a:solidFill>
                  <a:schemeClr val="bg1"/>
                </a:solidFill>
              </a:rPr>
              <a:t> – </a:t>
            </a:r>
            <a:r>
              <a:rPr lang="en-US" sz="1200" b="0" baseline="0" dirty="0" err="1" smtClean="0">
                <a:solidFill>
                  <a:schemeClr val="bg1"/>
                </a:solidFill>
              </a:rPr>
              <a:t>Thắp</a:t>
            </a:r>
            <a:r>
              <a:rPr lang="en-US" sz="1200" b="0" baseline="0" dirty="0" smtClean="0">
                <a:solidFill>
                  <a:schemeClr val="bg1"/>
                </a:solidFill>
              </a:rPr>
              <a:t> </a:t>
            </a:r>
            <a:r>
              <a:rPr lang="en-US" sz="1200" b="0" baseline="0" dirty="0" err="1" smtClean="0">
                <a:solidFill>
                  <a:schemeClr val="bg1"/>
                </a:solidFill>
              </a:rPr>
              <a:t>sáng</a:t>
            </a:r>
            <a:r>
              <a:rPr lang="en-US" sz="1200" b="0" baseline="0" dirty="0" smtClean="0">
                <a:solidFill>
                  <a:schemeClr val="bg1"/>
                </a:solidFill>
              </a:rPr>
              <a:t> </a:t>
            </a:r>
            <a:r>
              <a:rPr lang="en-US" sz="1200" b="0" baseline="0" dirty="0" err="1" smtClean="0">
                <a:solidFill>
                  <a:schemeClr val="bg1"/>
                </a:solidFill>
              </a:rPr>
              <a:t>tương</a:t>
            </a:r>
            <a:r>
              <a:rPr lang="en-US" sz="1200" b="0" baseline="0" dirty="0" smtClean="0">
                <a:solidFill>
                  <a:schemeClr val="bg1"/>
                </a:solidFill>
              </a:rPr>
              <a:t> </a:t>
            </a:r>
            <a:r>
              <a:rPr lang="en-US" sz="1200" b="0" baseline="0" dirty="0" err="1" smtClean="0">
                <a:solidFill>
                  <a:schemeClr val="bg1"/>
                </a:solidFill>
              </a:rPr>
              <a:t>lai</a:t>
            </a:r>
            <a:endParaRPr lang="en-US" sz="1200" b="0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607" y="364692"/>
            <a:ext cx="1363209" cy="52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147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FD664-C987-4E7C-AF03-2603B231F9CA}" type="datetimeFigureOut">
              <a:rPr lang="en-US" smtClean="0"/>
              <a:t>10/8/2017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553D9-A081-4CD2-B9B4-684110E73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66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FD664-C987-4E7C-AF03-2603B231F9CA}" type="datetimeFigureOut">
              <a:rPr lang="en-US" smtClean="0"/>
              <a:t>10/8/2017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553D9-A081-4CD2-B9B4-684110E73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578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FD664-C987-4E7C-AF03-2603B231F9CA}" type="datetimeFigureOut">
              <a:rPr lang="en-US" smtClean="0"/>
              <a:t>10/8/2017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553D9-A081-4CD2-B9B4-684110E73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642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FD664-C987-4E7C-AF03-2603B231F9CA}" type="datetimeFigureOut">
              <a:rPr lang="en-US" smtClean="0"/>
              <a:t>10/8/2017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553D9-A081-4CD2-B9B4-684110E73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320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FD664-C987-4E7C-AF03-2603B231F9CA}" type="datetimeFigureOut">
              <a:rPr lang="en-US" smtClean="0"/>
              <a:t>10/8/2017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553D9-A081-4CD2-B9B4-684110E73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57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FD664-C987-4E7C-AF03-2603B231F9CA}" type="datetimeFigureOut">
              <a:rPr lang="en-US" smtClean="0"/>
              <a:t>10/8/2017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553D9-A081-4CD2-B9B4-684110E7364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882" y="364692"/>
            <a:ext cx="1724296" cy="665596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12879" y="-12879"/>
            <a:ext cx="437882" cy="412124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11754118" y="0"/>
            <a:ext cx="437882" cy="412124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9813701" y="399245"/>
            <a:ext cx="1940417" cy="276999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chemeClr val="bg1"/>
                </a:solidFill>
              </a:rPr>
              <a:t>www.hoasen.edu.vn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659155" y="693241"/>
            <a:ext cx="154546" cy="1825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 userDrawn="1"/>
        </p:nvSpPr>
        <p:spPr>
          <a:xfrm>
            <a:off x="0" y="6593983"/>
            <a:ext cx="12192000" cy="276999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chemeClr val="bg1"/>
                </a:solidFill>
              </a:rPr>
              <a:t>									</a:t>
            </a:r>
            <a:r>
              <a:rPr lang="en-US" sz="1200" b="0" dirty="0" err="1" smtClean="0">
                <a:solidFill>
                  <a:schemeClr val="bg1"/>
                </a:solidFill>
              </a:rPr>
              <a:t>Tỏa</a:t>
            </a:r>
            <a:r>
              <a:rPr lang="en-US" sz="1200" b="0" dirty="0" smtClean="0">
                <a:solidFill>
                  <a:schemeClr val="bg1"/>
                </a:solidFill>
              </a:rPr>
              <a:t> </a:t>
            </a:r>
            <a:r>
              <a:rPr lang="en-US" sz="1200" b="0" dirty="0" err="1" smtClean="0">
                <a:solidFill>
                  <a:schemeClr val="bg1"/>
                </a:solidFill>
              </a:rPr>
              <a:t>hương</a:t>
            </a:r>
            <a:r>
              <a:rPr lang="en-US" sz="1200" b="0" baseline="0" dirty="0" smtClean="0">
                <a:solidFill>
                  <a:schemeClr val="bg1"/>
                </a:solidFill>
              </a:rPr>
              <a:t> tri </a:t>
            </a:r>
            <a:r>
              <a:rPr lang="en-US" sz="1200" b="0" baseline="0" dirty="0" err="1" smtClean="0">
                <a:solidFill>
                  <a:schemeClr val="bg1"/>
                </a:solidFill>
              </a:rPr>
              <a:t>thức</a:t>
            </a:r>
            <a:r>
              <a:rPr lang="en-US" sz="1200" b="0" baseline="0" dirty="0" smtClean="0">
                <a:solidFill>
                  <a:schemeClr val="bg1"/>
                </a:solidFill>
              </a:rPr>
              <a:t> – </a:t>
            </a:r>
            <a:r>
              <a:rPr lang="en-US" sz="1200" b="0" baseline="0" dirty="0" err="1" smtClean="0">
                <a:solidFill>
                  <a:schemeClr val="bg1"/>
                </a:solidFill>
              </a:rPr>
              <a:t>Thắp</a:t>
            </a:r>
            <a:r>
              <a:rPr lang="en-US" sz="1200" b="0" baseline="0" dirty="0" smtClean="0">
                <a:solidFill>
                  <a:schemeClr val="bg1"/>
                </a:solidFill>
              </a:rPr>
              <a:t> </a:t>
            </a:r>
            <a:r>
              <a:rPr lang="en-US" sz="1200" b="0" baseline="0" dirty="0" err="1" smtClean="0">
                <a:solidFill>
                  <a:schemeClr val="bg1"/>
                </a:solidFill>
              </a:rPr>
              <a:t>sáng</a:t>
            </a:r>
            <a:r>
              <a:rPr lang="en-US" sz="1200" b="0" baseline="0" dirty="0" smtClean="0">
                <a:solidFill>
                  <a:schemeClr val="bg1"/>
                </a:solidFill>
              </a:rPr>
              <a:t> </a:t>
            </a:r>
            <a:r>
              <a:rPr lang="en-US" sz="1200" b="0" baseline="0" dirty="0" err="1" smtClean="0">
                <a:solidFill>
                  <a:schemeClr val="bg1"/>
                </a:solidFill>
              </a:rPr>
              <a:t>tương</a:t>
            </a:r>
            <a:r>
              <a:rPr lang="en-US" sz="1200" b="0" baseline="0" dirty="0" smtClean="0">
                <a:solidFill>
                  <a:schemeClr val="bg1"/>
                </a:solidFill>
              </a:rPr>
              <a:t> </a:t>
            </a:r>
            <a:r>
              <a:rPr lang="en-US" sz="1200" b="0" baseline="0" dirty="0" err="1" smtClean="0">
                <a:solidFill>
                  <a:schemeClr val="bg1"/>
                </a:solidFill>
              </a:rPr>
              <a:t>lai</a:t>
            </a:r>
            <a:endParaRPr lang="en-US" sz="12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772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</a:rPr>
              <a:t>Đặc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</a:rPr>
              <a:t> </a:t>
            </a:r>
            <a:r>
              <a:rPr lang="en-US" b="1" dirty="0" err="1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</a:rPr>
              <a:t>tả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</a:rPr>
              <a:t> </a:t>
            </a:r>
            <a:r>
              <a:rPr lang="en-US" b="1" dirty="0" err="1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</a:rPr>
              <a:t>chức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</a:rPr>
              <a:t> </a:t>
            </a:r>
            <a:r>
              <a:rPr lang="en-US" b="1" dirty="0" err="1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</a:rPr>
              <a:t>năng</a:t>
            </a:r>
            <a:endParaRPr lang="en-US" b="1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</a:rPr>
              <a:t>THÊM SINH VIÊN</a:t>
            </a:r>
            <a:endParaRPr lang="en-US" sz="4000" dirty="0">
              <a:solidFill>
                <a:schemeClr val="accent6">
                  <a:lumMod val="50000"/>
                </a:schemeClr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1767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7720"/>
          </a:xfrm>
        </p:spPr>
        <p:txBody>
          <a:bodyPr/>
          <a:lstStyle/>
          <a:p>
            <a:pPr algn="ctr"/>
            <a:r>
              <a:rPr lang="en-US" b="1" dirty="0" err="1" smtClean="0"/>
              <a:t>Bước</a:t>
            </a:r>
            <a:r>
              <a:rPr lang="en-US" b="1" dirty="0" smtClean="0"/>
              <a:t> 1 (1)</a:t>
            </a:r>
            <a:endParaRPr lang="en-US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568" y="1342232"/>
            <a:ext cx="6934200" cy="3200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178640" y="3309362"/>
            <a:ext cx="7895337" cy="30469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US" sz="1600" dirty="0" smtClean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"*** 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Chuong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trinh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Quan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Ly 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Sinh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Vien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*** 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"\t1. THEM"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"\t2. XOA"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"\t3. SUA"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"\t4. TIM KIEM"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Vui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long chon 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chuc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nang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so: 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chucnangso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.ReadLine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51725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7720"/>
          </a:xfrm>
        </p:spPr>
        <p:txBody>
          <a:bodyPr/>
          <a:lstStyle/>
          <a:p>
            <a:pPr algn="ctr"/>
            <a:r>
              <a:rPr lang="en-US" b="1" dirty="0" err="1" smtClean="0"/>
              <a:t>Bước</a:t>
            </a:r>
            <a:r>
              <a:rPr lang="en-US" b="1" dirty="0" smtClean="0"/>
              <a:t> 1 (2)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8183" y="1177465"/>
            <a:ext cx="8452417" cy="35394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lass Program</a:t>
            </a:r>
            <a:endParaRPr lang="en-US" sz="1600" b="1" dirty="0" smtClean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US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"*** 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Chuong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trinh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Quan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Ly 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Sinh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Vien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*** 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"\t1. THEM"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"\t2. XOA"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"\t3. SUA"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"\t4. TIM KIEM"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42900" indent="-342900">
              <a:buFont typeface="+mj-lt"/>
              <a:buAutoNum type="arabicPeriod" startAt="6"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Vui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long chon 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chuc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nang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so: 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342900" indent="-342900">
              <a:buFont typeface="+mj-lt"/>
              <a:buAutoNum type="arabicPeriod" startAt="6"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chucnangso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.ReadLine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endParaRPr 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5262383" y="4230588"/>
            <a:ext cx="6696434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lass Program</a:t>
            </a:r>
            <a:endParaRPr lang="en-US" sz="1600" b="1" dirty="0" smtClean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US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b="1" dirty="0" err="1" smtClean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DisplayMenu</a:t>
            </a:r>
            <a:r>
              <a:rPr lang="en-US" sz="1600" b="1" dirty="0" smtClean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 </a:t>
            </a:r>
            <a:r>
              <a:rPr lang="en-US" sz="1600" dirty="0" smtClean="0">
                <a:solidFill>
                  <a:srgbClr val="00B0F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//line 1-5</a:t>
            </a:r>
            <a:endParaRPr lang="en-US" sz="1600" dirty="0">
              <a:solidFill>
                <a:srgbClr val="00B0F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1600" dirty="0">
              <a:solidFill>
                <a:schemeClr val="tx1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b="1" dirty="0" err="1" smtClean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US" sz="1600" b="1" dirty="0" err="1" smtClean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FuncNumber</a:t>
            </a:r>
            <a:r>
              <a:rPr lang="en-US" sz="1600" b="1" dirty="0" smtClean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 </a:t>
            </a:r>
            <a:r>
              <a:rPr lang="en-US" sz="1600" dirty="0">
                <a:solidFill>
                  <a:srgbClr val="00B0F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//line 6-7</a:t>
            </a:r>
            <a:endParaRPr lang="en-US" sz="1600" dirty="0">
              <a:solidFill>
                <a:srgbClr val="00B0F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27736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7720"/>
          </a:xfrm>
        </p:spPr>
        <p:txBody>
          <a:bodyPr/>
          <a:lstStyle/>
          <a:p>
            <a:pPr algn="ctr"/>
            <a:r>
              <a:rPr lang="en-US" b="1" dirty="0" err="1" smtClean="0"/>
              <a:t>Bước</a:t>
            </a:r>
            <a:r>
              <a:rPr lang="en-US" b="1" dirty="0" smtClean="0"/>
              <a:t> 1 (3)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8183" y="1177465"/>
            <a:ext cx="8452417" cy="35394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lass Program</a:t>
            </a:r>
            <a:endParaRPr lang="en-US" sz="1600" b="1" dirty="0" smtClean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US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"*** 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Chuong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trinh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Quan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Ly 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Sinh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Vien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*** 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"\t1. THEM"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"\t2. XOA"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"\t3. SUA"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"\t4. TIM KIEM"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42900" indent="-342900">
              <a:buFont typeface="+mj-lt"/>
              <a:buAutoNum type="arabicPeriod" startAt="6"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Vui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long chon 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chuc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nang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so: 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342900" indent="-342900">
              <a:buFont typeface="+mj-lt"/>
              <a:buAutoNum type="arabicPeriod" startAt="6"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chucnangso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.ReadLine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endParaRPr 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5262383" y="4230588"/>
            <a:ext cx="6696434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lass Program</a:t>
            </a:r>
            <a:endParaRPr lang="en-US" sz="1600" b="1" dirty="0" smtClean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US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sz="1600" b="1" dirty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b="1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</a:t>
            </a:r>
            <a:r>
              <a:rPr lang="en-US" sz="1600" b="1" dirty="0" err="1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DisplayMenu</a:t>
            </a:r>
            <a:r>
              <a:rPr lang="en-US" sz="1600" b="1" dirty="0" smtClean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US" sz="1600" b="1" dirty="0">
              <a:solidFill>
                <a:schemeClr val="tx1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1600" dirty="0">
              <a:solidFill>
                <a:schemeClr val="tx1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b="1" dirty="0" err="1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</a:t>
            </a:r>
            <a:r>
              <a:rPr lang="en-US" sz="1600" b="1" dirty="0" err="1" smtClean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InputChoice</a:t>
            </a:r>
            <a:r>
              <a:rPr lang="en-US" sz="1600" b="1" dirty="0" err="1" smtClean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Number</a:t>
            </a:r>
            <a:r>
              <a:rPr lang="en-US" sz="1600" b="1" dirty="0" smtClean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US" sz="1600" b="1" dirty="0">
              <a:solidFill>
                <a:schemeClr val="tx1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49482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7720"/>
          </a:xfrm>
        </p:spPr>
        <p:txBody>
          <a:bodyPr/>
          <a:lstStyle/>
          <a:p>
            <a:pPr algn="ctr"/>
            <a:r>
              <a:rPr lang="en-US" b="1" dirty="0" err="1" smtClean="0"/>
              <a:t>Bước</a:t>
            </a:r>
            <a:r>
              <a:rPr lang="en-US" b="1" dirty="0" smtClean="0"/>
              <a:t> 1 (4)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8183" y="1177465"/>
            <a:ext cx="8452417" cy="35394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lass Program</a:t>
            </a:r>
            <a:endParaRPr lang="en-US" sz="1600" b="1" dirty="0" smtClean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US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"*** 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Chuong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trinh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Quan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Ly 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Sinh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Vien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*** 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"\t1. THEM"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"\t2. XOA"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"\t3. SUA"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"\t4. TIM KIEM"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42900" indent="-342900">
              <a:buFont typeface="+mj-lt"/>
              <a:buAutoNum type="arabicPeriod" startAt="6"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Vui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long chon 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chuc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nang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so: 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342900" indent="-342900">
              <a:buFont typeface="+mj-lt"/>
              <a:buAutoNum type="arabicPeriod" startAt="6"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chucnangso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.ReadLine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endParaRPr 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5262383" y="4230588"/>
            <a:ext cx="6696434" cy="18158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lass Program</a:t>
            </a:r>
            <a:endParaRPr lang="en-US" sz="1600" b="1" dirty="0" smtClean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US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sz="1600" b="1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sz="1600" b="1" dirty="0" err="1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</a:t>
            </a:r>
            <a:r>
              <a:rPr lang="en-US" sz="1600" b="1" dirty="0" err="1" smtClean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GetChoice</a:t>
            </a:r>
            <a:r>
              <a:rPr lang="en-US" sz="1600" b="1" dirty="0" err="1" smtClean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Number</a:t>
            </a:r>
            <a:r>
              <a:rPr lang="en-US" sz="1600" b="1" dirty="0" smtClean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US" sz="1600" b="1" dirty="0">
              <a:solidFill>
                <a:schemeClr val="tx1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}</a:t>
            </a:r>
          </a:p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97945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2475"/>
          </a:xfrm>
        </p:spPr>
        <p:txBody>
          <a:bodyPr/>
          <a:lstStyle/>
          <a:p>
            <a:pPr algn="ctr"/>
            <a:r>
              <a:rPr lang="en-US" b="1" dirty="0" err="1" smtClean="0"/>
              <a:t>Bước</a:t>
            </a:r>
            <a:r>
              <a:rPr lang="en-US" b="1" dirty="0" smtClean="0"/>
              <a:t> 2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1400" smtClean="0"/>
              <a:pPr/>
              <a:t>6</a:t>
            </a:fld>
            <a:endParaRPr lang="en-US"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428" y="1419789"/>
            <a:ext cx="6941821" cy="320391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2428" y="4905912"/>
            <a:ext cx="7678420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.Clear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lvl="0"/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6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"Ban dang 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thuc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hien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chuc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nang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them 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sinh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vien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lvl="0"/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600" dirty="0" err="1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fr-FR" sz="16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</a:t>
            </a:r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FR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fr-FR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Nhan</a:t>
            </a:r>
            <a:r>
              <a:rPr lang="fr-FR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Enter de bat </a:t>
            </a:r>
            <a:r>
              <a:rPr lang="fr-FR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dau</a:t>
            </a:r>
            <a:r>
              <a:rPr lang="fr-FR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..."</a:t>
            </a:r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9339490" y="2302655"/>
            <a:ext cx="2653290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DisplayAddStudentScr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endParaRPr lang="en-US" sz="1600" b="1" dirty="0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8345714" y="2714171"/>
            <a:ext cx="1959429" cy="2607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3095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205274" y="6215063"/>
            <a:ext cx="779462" cy="365125"/>
          </a:xfrm>
        </p:spPr>
        <p:txBody>
          <a:bodyPr/>
          <a:lstStyle/>
          <a:p>
            <a:fld id="{16845AD9-D1F4-4EC2-844C-79E58D9B0E6B}" type="slidenum">
              <a:rPr lang="en-US" sz="1400" smtClean="0"/>
              <a:pPr/>
              <a:t>7</a:t>
            </a:fld>
            <a:endParaRPr lang="en-US" sz="1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42" y="1233714"/>
            <a:ext cx="7571962" cy="32004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09599" y="4842302"/>
            <a:ext cx="7310705" cy="7386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it-IT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it-IT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.Write(</a:t>
            </a:r>
            <a:r>
              <a:rPr lang="it-IT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"\nVui long nhap ho va ten (bat buoc): </a:t>
            </a:r>
            <a:r>
              <a:rPr lang="it-IT" sz="1400" dirty="0" smtClean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it-IT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lvl="0"/>
            <a:r>
              <a:rPr lang="en-US" sz="14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hovaten</a:t>
            </a: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400" dirty="0" err="1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4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.ReadLine</a:t>
            </a: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lvl="0"/>
            <a:r>
              <a:rPr lang="en-US" sz="14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US" sz="14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kiem</a:t>
            </a:r>
            <a:r>
              <a:rPr lang="en-US" sz="14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tra</a:t>
            </a:r>
            <a:r>
              <a:rPr lang="en-US" sz="14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ho ten </a:t>
            </a:r>
            <a:r>
              <a:rPr lang="en-US" sz="14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khong</a:t>
            </a:r>
            <a:r>
              <a:rPr lang="en-US" sz="14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hop le </a:t>
            </a:r>
            <a:r>
              <a:rPr lang="en-US" sz="14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</a:t>
            </a:r>
            <a:r>
              <a:rPr lang="en-US" sz="14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xuat</a:t>
            </a:r>
            <a:r>
              <a:rPr lang="en-US" sz="14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thong </a:t>
            </a:r>
            <a:r>
              <a:rPr lang="en-US" sz="14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bao</a:t>
            </a:r>
            <a:r>
              <a:rPr lang="en-US" sz="14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</a:t>
            </a:r>
            <a:r>
              <a:rPr lang="en-US" sz="14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yeu</a:t>
            </a:r>
            <a:r>
              <a:rPr lang="en-US" sz="14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cau</a:t>
            </a:r>
            <a:r>
              <a:rPr lang="en-US" sz="14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nhap</a:t>
            </a:r>
            <a:r>
              <a:rPr lang="en-US" sz="14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lai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73027" y="4064782"/>
            <a:ext cx="178525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 smtClean="0"/>
              <a:t>InputName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173027" y="5845731"/>
            <a:ext cx="178525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 smtClean="0"/>
              <a:t>ValidateName</a:t>
            </a:r>
            <a:r>
              <a:rPr lang="en-US" dirty="0" smtClean="0"/>
              <a:t>()</a:t>
            </a:r>
            <a:endParaRPr lang="en-US" dirty="0"/>
          </a:p>
        </p:txBody>
      </p:sp>
      <p:cxnSp>
        <p:nvCxnSpPr>
          <p:cNvPr id="8" name="Straight Arrow Connector 7"/>
          <p:cNvCxnSpPr>
            <a:endCxn id="3" idx="1"/>
          </p:cNvCxnSpPr>
          <p:nvPr/>
        </p:nvCxnSpPr>
        <p:spPr>
          <a:xfrm flipV="1">
            <a:off x="7920304" y="4249448"/>
            <a:ext cx="1252723" cy="816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2" idx="3"/>
            <a:endCxn id="6" idx="1"/>
          </p:cNvCxnSpPr>
          <p:nvPr/>
        </p:nvCxnSpPr>
        <p:spPr>
          <a:xfrm>
            <a:off x="7920304" y="5211634"/>
            <a:ext cx="1252723" cy="8187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2475"/>
          </a:xfrm>
        </p:spPr>
        <p:txBody>
          <a:bodyPr/>
          <a:lstStyle/>
          <a:p>
            <a:pPr algn="ctr"/>
            <a:r>
              <a:rPr lang="en-US" b="1" dirty="0" err="1" smtClean="0"/>
              <a:t>Bước</a:t>
            </a:r>
            <a:r>
              <a:rPr lang="en-US" b="1" dirty="0" smtClean="0"/>
              <a:t> 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75959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205274" y="6215063"/>
            <a:ext cx="779462" cy="365125"/>
          </a:xfrm>
        </p:spPr>
        <p:txBody>
          <a:bodyPr/>
          <a:lstStyle/>
          <a:p>
            <a:fld id="{16845AD9-D1F4-4EC2-844C-79E58D9B0E6B}" type="slidenum">
              <a:rPr lang="en-US" sz="1400" smtClean="0"/>
              <a:pPr/>
              <a:t>8</a:t>
            </a:fld>
            <a:endParaRPr lang="en-US" sz="1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86" y="1320800"/>
            <a:ext cx="7571962" cy="32004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2475"/>
          </a:xfrm>
        </p:spPr>
        <p:txBody>
          <a:bodyPr/>
          <a:lstStyle/>
          <a:p>
            <a:pPr algn="ctr"/>
            <a:r>
              <a:rPr lang="en-US" b="1" dirty="0" err="1" smtClean="0"/>
              <a:t>Bước</a:t>
            </a:r>
            <a:r>
              <a:rPr lang="en-US" b="1" dirty="0" smtClean="0"/>
              <a:t> 4-5</a:t>
            </a:r>
            <a:endParaRPr lang="en-US" b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379788"/>
            <a:ext cx="7571962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513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205274" y="6215063"/>
            <a:ext cx="779462" cy="365125"/>
          </a:xfrm>
        </p:spPr>
        <p:txBody>
          <a:bodyPr/>
          <a:lstStyle/>
          <a:p>
            <a:fld id="{16845AD9-D1F4-4EC2-844C-79E58D9B0E6B}" type="slidenum">
              <a:rPr lang="en-US" sz="1400" smtClean="0"/>
              <a:pPr/>
              <a:t>9</a:t>
            </a:fld>
            <a:endParaRPr lang="en-US" sz="1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42" y="1207072"/>
            <a:ext cx="7571962" cy="3200400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2475"/>
          </a:xfrm>
        </p:spPr>
        <p:txBody>
          <a:bodyPr/>
          <a:lstStyle/>
          <a:p>
            <a:pPr algn="ctr"/>
            <a:r>
              <a:rPr lang="en-US" b="1" dirty="0" err="1" smtClean="0"/>
              <a:t>Bước</a:t>
            </a:r>
            <a:r>
              <a:rPr lang="en-US" b="1" dirty="0" smtClean="0"/>
              <a:t> 3-4-5</a:t>
            </a:r>
            <a:endParaRPr lang="en-US" b="1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209" y="2293430"/>
            <a:ext cx="7571962" cy="32004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4075" y="3379788"/>
            <a:ext cx="7571962" cy="32004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9780286" y="3041234"/>
            <a:ext cx="2204450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InputStudentInfo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endParaRPr lang="en-US" sz="1600" b="1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957697" y="1536238"/>
            <a:ext cx="2144246" cy="1410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8926037" y="3512457"/>
            <a:ext cx="1350077" cy="1683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8423170" y="3041234"/>
            <a:ext cx="1214316" cy="169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576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205274" y="6215063"/>
            <a:ext cx="779462" cy="365125"/>
          </a:xfrm>
        </p:spPr>
        <p:txBody>
          <a:bodyPr/>
          <a:lstStyle/>
          <a:p>
            <a:fld id="{16845AD9-D1F4-4EC2-844C-79E58D9B0E6B}" type="slidenum">
              <a:rPr lang="en-US" sz="1400" smtClean="0"/>
              <a:pPr/>
              <a:t>10</a:t>
            </a:fld>
            <a:endParaRPr lang="en-US" sz="14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114" y="1436914"/>
            <a:ext cx="7699513" cy="32004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2475"/>
          </a:xfrm>
        </p:spPr>
        <p:txBody>
          <a:bodyPr/>
          <a:lstStyle/>
          <a:p>
            <a:pPr algn="ctr"/>
            <a:r>
              <a:rPr lang="en-US" b="1" dirty="0" err="1" smtClean="0"/>
              <a:t>Bước</a:t>
            </a:r>
            <a:r>
              <a:rPr lang="en-US" b="1" dirty="0" smtClean="0"/>
              <a:t> 6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15979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205274" y="6215063"/>
            <a:ext cx="779462" cy="365125"/>
          </a:xfrm>
        </p:spPr>
        <p:txBody>
          <a:bodyPr/>
          <a:lstStyle/>
          <a:p>
            <a:fld id="{16845AD9-D1F4-4EC2-844C-79E58D9B0E6B}" type="slidenum">
              <a:rPr lang="en-US" sz="1400" smtClean="0"/>
              <a:pPr/>
              <a:t>11</a:t>
            </a:fld>
            <a:endParaRPr lang="en-US" sz="14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24000"/>
            <a:ext cx="7699513" cy="32004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2475"/>
          </a:xfrm>
        </p:spPr>
        <p:txBody>
          <a:bodyPr/>
          <a:lstStyle/>
          <a:p>
            <a:pPr algn="ctr"/>
            <a:r>
              <a:rPr lang="en-US" b="1" dirty="0" err="1" smtClean="0"/>
              <a:t>Bước</a:t>
            </a:r>
            <a:r>
              <a:rPr lang="en-US" b="1" dirty="0" smtClean="0"/>
              <a:t> 7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54787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205274" y="6215063"/>
            <a:ext cx="779462" cy="365125"/>
          </a:xfrm>
        </p:spPr>
        <p:txBody>
          <a:bodyPr/>
          <a:lstStyle/>
          <a:p>
            <a:fld id="{16845AD9-D1F4-4EC2-844C-79E58D9B0E6B}" type="slidenum">
              <a:rPr lang="en-US" sz="1400" smtClean="0"/>
              <a:pPr/>
              <a:t>12</a:t>
            </a:fld>
            <a:endParaRPr lang="en-US" sz="1400" dirty="0"/>
          </a:p>
        </p:txBody>
      </p:sp>
      <p:sp>
        <p:nvSpPr>
          <p:cNvPr id="2" name="Rectangle 1"/>
          <p:cNvSpPr/>
          <p:nvPr/>
        </p:nvSpPr>
        <p:spPr>
          <a:xfrm>
            <a:off x="4756" y="-28576"/>
            <a:ext cx="7281869" cy="71096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ThemSV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 </a:t>
            </a: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sinhvien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sv1 =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sinhvien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(); </a:t>
            </a: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</a:t>
            </a:r>
            <a:r>
              <a:rPr lang="en-US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.Clear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"Ban dang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thuc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hien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chuc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nang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them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sinh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vien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."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fr-FR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fr-FR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fr-FR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</a:t>
            </a:r>
            <a:r>
              <a:rPr lang="fr-FR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FR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fr-FR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Nhan</a:t>
            </a:r>
            <a:r>
              <a:rPr lang="fr-FR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Enter de bat </a:t>
            </a:r>
            <a:r>
              <a:rPr lang="fr-FR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dau</a:t>
            </a:r>
            <a:r>
              <a:rPr lang="fr-FR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..."</a:t>
            </a:r>
            <a:r>
              <a:rPr lang="fr-FR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.ReadKey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endParaRPr lang="en-US" sz="12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it-IT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it-IT" sz="1200" b="1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it-IT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.Write(</a:t>
            </a:r>
            <a:r>
              <a:rPr lang="it-IT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"\nVui long nhap ho va ten (bat buoc): "</a:t>
            </a:r>
            <a:r>
              <a:rPr lang="it-IT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hovaten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.ReadLine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US" sz="1200" b="1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kiem</a:t>
            </a:r>
            <a:r>
              <a:rPr lang="en-US" sz="1200" b="1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tra</a:t>
            </a:r>
            <a:r>
              <a:rPr lang="en-US" sz="1200" b="1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ho ten </a:t>
            </a:r>
            <a:r>
              <a:rPr lang="en-US" sz="1200" b="1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khong</a:t>
            </a:r>
            <a:r>
              <a:rPr lang="en-US" sz="1200" b="1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hop le </a:t>
            </a:r>
            <a:r>
              <a:rPr lang="en-US" sz="1200" b="1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</a:t>
            </a:r>
            <a:r>
              <a:rPr lang="en-US" sz="1200" b="1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xuat</a:t>
            </a:r>
            <a:r>
              <a:rPr lang="en-US" sz="1200" b="1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thong </a:t>
            </a:r>
            <a:r>
              <a:rPr lang="en-US" sz="1200" b="1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bao</a:t>
            </a:r>
            <a:r>
              <a:rPr lang="en-US" sz="1200" b="1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</a:t>
            </a:r>
            <a:r>
              <a:rPr lang="en-US" sz="1200" b="1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yeu</a:t>
            </a:r>
            <a:r>
              <a:rPr lang="en-US" sz="1200" b="1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cau</a:t>
            </a:r>
            <a:r>
              <a:rPr lang="en-US" sz="1200" b="1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nhap</a:t>
            </a:r>
            <a:r>
              <a:rPr lang="en-US" sz="1200" b="1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lai</a:t>
            </a:r>
            <a:endParaRPr lang="en-US" sz="12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12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it-IT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it-IT" sz="1200" b="1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it-IT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.Write(</a:t>
            </a:r>
            <a:r>
              <a:rPr lang="it-IT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"Vui long nhap ma so sinh vien (bat buoc): "</a:t>
            </a:r>
            <a:r>
              <a:rPr lang="it-IT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mssv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.ReadLine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endParaRPr lang="en-US" sz="12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Vui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long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nhap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so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dien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thoai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(Enter de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qua): "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sodt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.ReadLine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endParaRPr lang="en-US" sz="12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nThong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tin ban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vua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moi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nhap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nhu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sau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"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it-IT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it-IT" sz="1200" b="1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it-IT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.WriteLine(</a:t>
            </a:r>
            <a:r>
              <a:rPr lang="it-IT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"\t- Ho va ten: {0}"</a:t>
            </a:r>
            <a:r>
              <a:rPr lang="it-IT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hovaten );</a:t>
            </a: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"\t- Ma so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sinh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vien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{0}"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mssv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);</a:t>
            </a: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sodt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== </a:t>
            </a:r>
            <a:r>
              <a:rPr lang="en-US" sz="12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.Empty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sodt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"(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khong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nhap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)"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"\t-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Dien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thoai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lien lac: {0}"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sodt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endParaRPr lang="en-US" sz="12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"---------------------------------------------"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"Ban co muon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luu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thong tin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tren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vao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file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khong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? (c/k): "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traloi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.ReadLine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endParaRPr lang="en-US" sz="12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traloi.ToLower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== 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"c"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(sv1.Them()==1)</a:t>
            </a: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US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"Thong tin da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duoc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luu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vao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file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thanh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cong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!!!"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traloi.ToLower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== 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"k"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200" b="1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US" sz="1200" b="1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ve</a:t>
            </a:r>
            <a:r>
              <a:rPr lang="en-US" sz="1200" b="1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menu </a:t>
            </a:r>
            <a:r>
              <a:rPr lang="en-US" sz="1200" b="1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chinh</a:t>
            </a:r>
            <a:endParaRPr lang="en-US" sz="12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endParaRPr lang="en-US" sz="12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fr-FR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fr-FR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fr-FR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FR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fr-FR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Vui</a:t>
            </a:r>
            <a:r>
              <a:rPr lang="fr-FR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long </a:t>
            </a:r>
            <a:r>
              <a:rPr lang="fr-FR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nhap</a:t>
            </a:r>
            <a:r>
              <a:rPr lang="fr-FR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lai </a:t>
            </a:r>
            <a:r>
              <a:rPr lang="fr-FR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cau</a:t>
            </a:r>
            <a:r>
              <a:rPr lang="fr-FR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tra</a:t>
            </a:r>
            <a:r>
              <a:rPr lang="fr-FR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loi"</a:t>
            </a:r>
            <a:r>
              <a:rPr lang="fr-FR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endParaRPr lang="en-US" sz="1200" b="1" dirty="0"/>
          </a:p>
        </p:txBody>
      </p:sp>
      <p:sp>
        <p:nvSpPr>
          <p:cNvPr id="3" name="Rectangle 2"/>
          <p:cNvSpPr/>
          <p:nvPr/>
        </p:nvSpPr>
        <p:spPr>
          <a:xfrm>
            <a:off x="7286625" y="106352"/>
            <a:ext cx="4514850" cy="61247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ThemSV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de-D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de-DE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//Hien thi man hinh ThemSV</a:t>
            </a:r>
            <a:endParaRPr lang="de-D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ChuyenDenManHinhChucNang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"them"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NhapTen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kiem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tra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ho ten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khong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hop le </a:t>
            </a:r>
            <a:r>
              <a:rPr lang="en-US" sz="14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</a:t>
            </a:r>
            <a:endParaRPr lang="en-US" sz="1400" dirty="0" smtClean="0">
              <a:solidFill>
                <a:srgbClr val="008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//</a:t>
            </a:r>
            <a:r>
              <a:rPr lang="en-US" sz="14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xuat</a:t>
            </a:r>
            <a:r>
              <a:rPr lang="en-US" sz="14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thong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bao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yeu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cau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nhap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lai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KiemtraTen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NhapMSSV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KiemtraMSSV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NhapSoDT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KiemtraSoDT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Hien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thong tin da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nhap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HienthiTTSV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endParaRPr lang="en-US" sz="1400" dirty="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Hien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thong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bao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xac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nhan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endParaRPr lang="en-US" sz="1400" dirty="0" smtClean="0">
              <a:solidFill>
                <a:srgbClr val="008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//co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luu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TT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vao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file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khong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HienthiTBXacnhan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"Them"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endParaRPr lang="en-US" sz="1400" dirty="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Hien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ket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qua them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sv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HienthiKQThem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endParaRPr lang="en-US" sz="1400" dirty="0"/>
          </a:p>
        </p:txBody>
      </p:sp>
      <p:sp>
        <p:nvSpPr>
          <p:cNvPr id="5" name="Rounded Rectangle 4"/>
          <p:cNvSpPr/>
          <p:nvPr/>
        </p:nvSpPr>
        <p:spPr>
          <a:xfrm>
            <a:off x="600075" y="342901"/>
            <a:ext cx="5815013" cy="9715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585788" y="1452564"/>
            <a:ext cx="5815013" cy="60483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585787" y="2166940"/>
            <a:ext cx="5815013" cy="43338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600074" y="2705105"/>
            <a:ext cx="5815013" cy="43338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585786" y="3280984"/>
            <a:ext cx="5815013" cy="97193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600074" y="4381128"/>
            <a:ext cx="5815013" cy="55244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585785" y="5090736"/>
            <a:ext cx="5815013" cy="159581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6415087" y="771905"/>
            <a:ext cx="1685926" cy="156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6400798" y="1410600"/>
            <a:ext cx="1685926" cy="3288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6400798" y="1771941"/>
            <a:ext cx="1743076" cy="1998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6400798" y="2354696"/>
            <a:ext cx="1685926" cy="32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6400798" y="2387171"/>
            <a:ext cx="1700215" cy="265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6415085" y="2996806"/>
            <a:ext cx="1685926" cy="32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6415085" y="3001439"/>
            <a:ext cx="1700215" cy="265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6400798" y="3862718"/>
            <a:ext cx="1685926" cy="32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6443661" y="4838668"/>
            <a:ext cx="1643063" cy="145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6400798" y="5821735"/>
            <a:ext cx="1685926" cy="32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1254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205274" y="6215063"/>
            <a:ext cx="779462" cy="365125"/>
          </a:xfrm>
        </p:spPr>
        <p:txBody>
          <a:bodyPr/>
          <a:lstStyle/>
          <a:p>
            <a:fld id="{16845AD9-D1F4-4EC2-844C-79E58D9B0E6B}" type="slidenum">
              <a:rPr lang="en-US" sz="1400" smtClean="0"/>
              <a:pPr/>
              <a:t>13</a:t>
            </a:fld>
            <a:endParaRPr lang="en-US" sz="1400" dirty="0"/>
          </a:p>
        </p:txBody>
      </p:sp>
      <p:sp>
        <p:nvSpPr>
          <p:cNvPr id="2" name="Rectangle 1"/>
          <p:cNvSpPr/>
          <p:nvPr/>
        </p:nvSpPr>
        <p:spPr>
          <a:xfrm>
            <a:off x="4756" y="-28576"/>
            <a:ext cx="7281869" cy="71096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ThemSV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 </a:t>
            </a: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sinhvien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sv1 =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sinhvien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(); </a:t>
            </a: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</a:t>
            </a:r>
            <a:r>
              <a:rPr lang="en-US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.Clear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"Ban dang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thuc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hien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chuc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nang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them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sinh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vien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."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fr-FR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fr-FR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fr-FR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</a:t>
            </a:r>
            <a:r>
              <a:rPr lang="fr-FR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FR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fr-FR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Nhan</a:t>
            </a:r>
            <a:r>
              <a:rPr lang="fr-FR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Enter de bat </a:t>
            </a:r>
            <a:r>
              <a:rPr lang="fr-FR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dau</a:t>
            </a:r>
            <a:r>
              <a:rPr lang="fr-FR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..."</a:t>
            </a:r>
            <a:r>
              <a:rPr lang="fr-FR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.ReadKey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endParaRPr lang="en-US" sz="12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it-IT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it-IT" sz="1200" b="1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it-IT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.Write(</a:t>
            </a:r>
            <a:r>
              <a:rPr lang="it-IT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"\nVui long nhap ho va ten (bat buoc): "</a:t>
            </a:r>
            <a:r>
              <a:rPr lang="it-IT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hovaten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.ReadLine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US" sz="1200" b="1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kiem</a:t>
            </a:r>
            <a:r>
              <a:rPr lang="en-US" sz="1200" b="1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tra</a:t>
            </a:r>
            <a:r>
              <a:rPr lang="en-US" sz="1200" b="1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ho ten </a:t>
            </a:r>
            <a:r>
              <a:rPr lang="en-US" sz="1200" b="1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khong</a:t>
            </a:r>
            <a:r>
              <a:rPr lang="en-US" sz="1200" b="1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hop le </a:t>
            </a:r>
            <a:r>
              <a:rPr lang="en-US" sz="1200" b="1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</a:t>
            </a:r>
            <a:r>
              <a:rPr lang="en-US" sz="1200" b="1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xuat</a:t>
            </a:r>
            <a:r>
              <a:rPr lang="en-US" sz="1200" b="1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thong </a:t>
            </a:r>
            <a:r>
              <a:rPr lang="en-US" sz="1200" b="1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bao</a:t>
            </a:r>
            <a:r>
              <a:rPr lang="en-US" sz="1200" b="1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</a:t>
            </a:r>
            <a:r>
              <a:rPr lang="en-US" sz="1200" b="1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yeu</a:t>
            </a:r>
            <a:r>
              <a:rPr lang="en-US" sz="1200" b="1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cau</a:t>
            </a:r>
            <a:r>
              <a:rPr lang="en-US" sz="1200" b="1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nhap</a:t>
            </a:r>
            <a:r>
              <a:rPr lang="en-US" sz="1200" b="1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lai</a:t>
            </a:r>
            <a:endParaRPr lang="en-US" sz="12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12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it-IT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it-IT" sz="1200" b="1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it-IT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.Write(</a:t>
            </a:r>
            <a:r>
              <a:rPr lang="it-IT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"Vui long nhap ma so sinh vien (bat buoc): "</a:t>
            </a:r>
            <a:r>
              <a:rPr lang="it-IT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mssv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.ReadLine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endParaRPr lang="en-US" sz="12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Vui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long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nhap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so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dien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thoai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(Enter de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qua): "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sodt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.ReadLine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endParaRPr lang="en-US" sz="12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nThong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tin ban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vua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moi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nhap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nhu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sau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"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it-IT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it-IT" sz="1200" b="1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it-IT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.WriteLine(</a:t>
            </a:r>
            <a:r>
              <a:rPr lang="it-IT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"\t- Ho va ten: {0}"</a:t>
            </a:r>
            <a:r>
              <a:rPr lang="it-IT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hovaten );</a:t>
            </a: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"\t- Ma so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sinh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vien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{0}"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mssv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);</a:t>
            </a: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sodt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== </a:t>
            </a:r>
            <a:r>
              <a:rPr lang="en-US" sz="12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.Empty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sodt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"(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khong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nhap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)"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"\t-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Dien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thoai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lien lac: {0}"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sodt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endParaRPr lang="en-US" sz="12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"---------------------------------------------"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"Ban co muon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luu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thong tin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tren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vao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file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khong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? (c/k): "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traloi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.ReadLine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endParaRPr lang="en-US" sz="12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traloi.ToLower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== 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"c"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(sv1.Them()==1)</a:t>
            </a: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US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"Thong tin da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duoc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luu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vao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file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thanh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cong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!!!"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traloi.ToLower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== </a:t>
            </a:r>
            <a:r>
              <a:rPr lang="en-US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"k"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200" b="1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US" sz="1200" b="1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ve</a:t>
            </a:r>
            <a:r>
              <a:rPr lang="en-US" sz="1200" b="1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menu </a:t>
            </a:r>
            <a:r>
              <a:rPr lang="en-US" sz="1200" b="1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chinh</a:t>
            </a:r>
            <a:endParaRPr lang="en-US" sz="12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endParaRPr lang="en-US" sz="12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FR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fr-FR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fr-FR" sz="12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fr-FR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FR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fr-FR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Vui</a:t>
            </a:r>
            <a:r>
              <a:rPr lang="fr-FR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long </a:t>
            </a:r>
            <a:r>
              <a:rPr lang="fr-FR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nhap</a:t>
            </a:r>
            <a:r>
              <a:rPr lang="fr-FR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lai </a:t>
            </a:r>
            <a:r>
              <a:rPr lang="fr-FR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cau</a:t>
            </a:r>
            <a:r>
              <a:rPr lang="fr-FR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200" b="1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tra</a:t>
            </a:r>
            <a:r>
              <a:rPr lang="fr-FR" sz="1200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loi"</a:t>
            </a:r>
            <a:r>
              <a:rPr lang="fr-FR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endParaRPr lang="en-US" sz="1200" b="1" dirty="0"/>
          </a:p>
        </p:txBody>
      </p:sp>
      <p:sp>
        <p:nvSpPr>
          <p:cNvPr id="3" name="Rectangle 2"/>
          <p:cNvSpPr/>
          <p:nvPr/>
        </p:nvSpPr>
        <p:spPr>
          <a:xfrm>
            <a:off x="7286625" y="106352"/>
            <a:ext cx="4514850" cy="61247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ThemSV()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de-DE" sz="14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de-DE" sz="140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//Hien thi man hinh ThemSV</a:t>
            </a:r>
            <a:endParaRPr lang="de-DE" sz="140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ChuyenDenManHinhChucNang(</a:t>
            </a:r>
            <a:r>
              <a:rPr lang="en-US" sz="140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"them"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endParaRPr lang="en-US" sz="140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endParaRPr lang="en-US" sz="140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140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140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NhapTTSV();</a:t>
            </a:r>
            <a:endParaRPr lang="en-US" sz="140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400" smtClean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//bao gom kiem </a:t>
            </a:r>
            <a:r>
              <a:rPr lang="en-US" sz="140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tra </a:t>
            </a:r>
            <a:r>
              <a:rPr lang="en-US" sz="1400" smtClean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thong tin nhap</a:t>
            </a:r>
          </a:p>
          <a:p>
            <a:r>
              <a:rPr lang="en-US" sz="1400" smtClean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endParaRPr lang="en-US" sz="140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endParaRPr lang="en-US" sz="140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140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140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140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en-US" sz="1400" smtClean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US" sz="140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Hien thi thong tin da nhap</a:t>
            </a:r>
            <a:endParaRPr lang="en-US" sz="140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HienthiTTSV();</a:t>
            </a:r>
          </a:p>
          <a:p>
            <a:endParaRPr lang="en-US" sz="140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140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140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140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140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endParaRPr lang="en-US" sz="140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140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40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//Hien thi ket qua them sv</a:t>
            </a:r>
            <a:endParaRPr lang="en-US" sz="140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40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LuuVaoFile();</a:t>
            </a:r>
            <a:endParaRPr lang="en-US" sz="140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endParaRPr lang="en-US" sz="1400"/>
          </a:p>
        </p:txBody>
      </p:sp>
      <p:sp>
        <p:nvSpPr>
          <p:cNvPr id="5" name="Rounded Rectangle 4"/>
          <p:cNvSpPr/>
          <p:nvPr/>
        </p:nvSpPr>
        <p:spPr>
          <a:xfrm>
            <a:off x="600075" y="342901"/>
            <a:ext cx="5815013" cy="9715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585788" y="1452564"/>
            <a:ext cx="5815013" cy="170020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585786" y="3280984"/>
            <a:ext cx="5815013" cy="97193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585785" y="4381128"/>
            <a:ext cx="5815013" cy="230542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6415087" y="771905"/>
            <a:ext cx="1685926" cy="156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6400798" y="2183240"/>
            <a:ext cx="1685926" cy="32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6400798" y="3862718"/>
            <a:ext cx="1685926" cy="32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6400798" y="5821735"/>
            <a:ext cx="1685926" cy="32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4087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9" grpId="0" animBg="1"/>
      <p:bldP spid="1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3557</TotalTime>
  <Words>1214</Words>
  <Application>Microsoft Office PowerPoint</Application>
  <PresentationFormat>Widescreen</PresentationFormat>
  <Paragraphs>268</Paragraphs>
  <Slides>13</Slides>
  <Notes>12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</vt:lpstr>
      <vt:lpstr>Consolas</vt:lpstr>
      <vt:lpstr>Office Theme</vt:lpstr>
      <vt:lpstr>Đặc tả chức năng</vt:lpstr>
      <vt:lpstr>Bước 1 (1)</vt:lpstr>
      <vt:lpstr>Bước 1 (2)</vt:lpstr>
      <vt:lpstr>Bước 1 (3)</vt:lpstr>
      <vt:lpstr>Bước 1 (4)</vt:lpstr>
      <vt:lpstr>Bước 2</vt:lpstr>
      <vt:lpstr>Bước 3</vt:lpstr>
      <vt:lpstr>Bước 4-5</vt:lpstr>
      <vt:lpstr>Bước 3-4-5</vt:lpstr>
      <vt:lpstr>Bước 6</vt:lpstr>
      <vt:lpstr>Bước 7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CÁC CHÍNH SÁCH TIẾNG ANH CỦA ĐHHS  TỪ 2006 ĐẾN NAY</dc:title>
  <dc:creator>Doan Thi Minh Thoa</dc:creator>
  <cp:lastModifiedBy>Nguyen Thi Thanh</cp:lastModifiedBy>
  <cp:revision>274</cp:revision>
  <dcterms:created xsi:type="dcterms:W3CDTF">2017-04-17T01:52:16Z</dcterms:created>
  <dcterms:modified xsi:type="dcterms:W3CDTF">2017-10-08T10:56:19Z</dcterms:modified>
</cp:coreProperties>
</file>