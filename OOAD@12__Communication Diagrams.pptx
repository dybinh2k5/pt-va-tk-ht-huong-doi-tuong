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1" r:id="rId1"/>
    <p:sldMasterId id="2147483684" r:id="rId2"/>
  </p:sldMasterIdLst>
  <p:notesMasterIdLst>
    <p:notesMasterId r:id="rId32"/>
  </p:notesMasterIdLst>
  <p:handoutMasterIdLst>
    <p:handoutMasterId r:id="rId33"/>
  </p:handoutMasterIdLst>
  <p:sldIdLst>
    <p:sldId id="386" r:id="rId3"/>
    <p:sldId id="390" r:id="rId4"/>
    <p:sldId id="391" r:id="rId5"/>
    <p:sldId id="394" r:id="rId6"/>
    <p:sldId id="395" r:id="rId7"/>
    <p:sldId id="396" r:id="rId8"/>
    <p:sldId id="424" r:id="rId9"/>
    <p:sldId id="425" r:id="rId10"/>
    <p:sldId id="426" r:id="rId11"/>
    <p:sldId id="418" r:id="rId12"/>
    <p:sldId id="432" r:id="rId13"/>
    <p:sldId id="440" r:id="rId14"/>
    <p:sldId id="436" r:id="rId15"/>
    <p:sldId id="437" r:id="rId16"/>
    <p:sldId id="438" r:id="rId17"/>
    <p:sldId id="439" r:id="rId18"/>
    <p:sldId id="405" r:id="rId19"/>
    <p:sldId id="412" r:id="rId20"/>
    <p:sldId id="413" r:id="rId21"/>
    <p:sldId id="416" r:id="rId22"/>
    <p:sldId id="417" r:id="rId23"/>
    <p:sldId id="419" r:id="rId24"/>
    <p:sldId id="393" r:id="rId25"/>
    <p:sldId id="429" r:id="rId26"/>
    <p:sldId id="430" r:id="rId27"/>
    <p:sldId id="431" r:id="rId28"/>
    <p:sldId id="433" r:id="rId29"/>
    <p:sldId id="434" r:id="rId30"/>
    <p:sldId id="435" r:id="rId31"/>
  </p:sldIdLst>
  <p:sldSz cx="9144000" cy="59436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7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3502" autoAdjust="0"/>
  </p:normalViewPr>
  <p:slideViewPr>
    <p:cSldViewPr snapToGrid="0">
      <p:cViewPr varScale="1">
        <p:scale>
          <a:sx n="66" d="100"/>
          <a:sy n="66" d="100"/>
        </p:scale>
        <p:origin x="1446" y="66"/>
      </p:cViewPr>
      <p:guideLst>
        <p:guide orient="horz" pos="187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9" d="100"/>
          <a:sy n="59" d="100"/>
        </p:scale>
        <p:origin x="-2556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7943DE-247A-450B-A352-19E7B86A8F8E}" type="datetimeFigureOut">
              <a:rPr lang="en-US" smtClean="0"/>
              <a:t>11/25/2016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C8D3B0-5747-4E88-907E-18559D38E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0515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E077D8-A3B6-4B49-8E15-85E1D9995017}" type="datetimeFigureOut">
              <a:rPr lang="en-US" smtClean="0"/>
              <a:t>11/25/2016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5688" y="1143000"/>
            <a:ext cx="4746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A348ED-14C6-42EB-8AB6-3B33A93AD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477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ml-diagrams.org/uml-25-diagrams.html#interaction-diagram" TargetMode="External"/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://www.uml-diagrams.org/sequence-diagrams.html#lifeline" TargetMode="External"/><Relationship Id="rId4" Type="http://schemas.openxmlformats.org/officeDocument/2006/relationships/hyperlink" Target="http://www.uml-diagrams.org/composite-structure-diagrams/part.html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55688" y="1143000"/>
            <a:ext cx="47466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A348ED-14C6-42EB-8AB6-3B33A93ADC0A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06143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sz="1200" dirty="0" smtClean="0"/>
              <a:t>Sequence diagram</a:t>
            </a:r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76528D-04A2-474E-9CC6-941A0AB8968C}" type="slidenum">
              <a:rPr lang="vi-VN" smtClean="0"/>
              <a:pPr>
                <a:defRPr/>
              </a:pPr>
              <a:t>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062849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defRPr/>
            </a:pPr>
            <a:r>
              <a:rPr lang="en-AU" sz="1200" dirty="0" smtClean="0"/>
              <a:t>Message between objects is represented with a </a:t>
            </a:r>
            <a:r>
              <a:rPr lang="en-AU" sz="1200" u="sng" dirty="0" smtClean="0"/>
              <a:t>message expression</a:t>
            </a:r>
            <a:r>
              <a:rPr lang="en-AU" sz="1200" dirty="0" smtClean="0"/>
              <a:t> and small </a:t>
            </a:r>
            <a:r>
              <a:rPr lang="en-AU" sz="1200" u="sng" dirty="0" smtClean="0"/>
              <a:t>arrow</a:t>
            </a:r>
            <a:r>
              <a:rPr lang="en-AU" sz="1200" dirty="0" smtClean="0"/>
              <a:t> indicating the direction of the message</a:t>
            </a:r>
          </a:p>
          <a:p>
            <a:pPr algn="just">
              <a:defRPr/>
            </a:pPr>
            <a:r>
              <a:rPr lang="en-AU" sz="1200" dirty="0" smtClean="0"/>
              <a:t>A </a:t>
            </a:r>
            <a:r>
              <a:rPr lang="en-AU" sz="1200" u="sng" dirty="0" smtClean="0"/>
              <a:t>sequence number</a:t>
            </a:r>
            <a:r>
              <a:rPr lang="en-AU" sz="1200" dirty="0" smtClean="0"/>
              <a:t> is added to show the sequential order of messages in the current thread of control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A348ED-14C6-42EB-8AB6-3B33A93ADC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7043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sz="1200" dirty="0" smtClean="0"/>
              <a:t>Message Number Sequencing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A348ED-14C6-42EB-8AB6-3B33A93ADC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176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endParaRPr lang="en-US" sz="1200" dirty="0" smtClean="0"/>
          </a:p>
          <a:p>
            <a:r>
              <a:rPr lang="vi-VN" sz="1200" dirty="0" smtClean="0"/>
              <a:t>Complex sequence numbering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A348ED-14C6-42EB-8AB6-3B33A93ADC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3523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Guard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A348ED-14C6-42EB-8AB6-3B33A93ADC0A}" type="slidenum">
              <a:rPr lang="en-US" smtClean="0">
                <a:solidFill>
                  <a:prstClr val="black"/>
                </a:solidFill>
              </a:rPr>
              <a:pPr/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46876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vi-VN" dirty="0" smtClean="0"/>
              <a:t>Mutually Exclusive : loai trừ</a:t>
            </a:r>
            <a:r>
              <a:rPr lang="vi-VN" baseline="0" dirty="0" smtClean="0"/>
              <a:t> lẫn nhau</a:t>
            </a:r>
            <a:endParaRPr lang="en-US" baseline="0" dirty="0" smtClean="0"/>
          </a:p>
          <a:p>
            <a:r>
              <a:rPr lang="vi-VN" sz="1200" dirty="0" smtClean="0"/>
              <a:t>Mutually Exclusive Conditional Paths</a:t>
            </a:r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76528D-04A2-474E-9CC6-941A0AB8968C}" type="slidenum">
              <a:rPr lang="vi-VN" smtClean="0">
                <a:solidFill>
                  <a:prstClr val="black"/>
                </a:solidFill>
              </a:rPr>
              <a:pPr>
                <a:defRPr/>
              </a:pPr>
              <a:t>8</a:t>
            </a:fld>
            <a:endParaRPr lang="vi-V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96241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dirty="0" smtClean="0"/>
              <a:t>Use a “*” to signify iteration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A348ED-14C6-42EB-8AB6-3B33A93ADC0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8263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Tham khảo:</a:t>
            </a:r>
            <a:r>
              <a:rPr lang="en-US" baseline="0" dirty="0" smtClean="0"/>
              <a:t> http://www.uml-diagrams.org/communication-diagrams.html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A348ED-14C6-42EB-8AB6-3B33A93ADC0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488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sz="1200" dirty="0" smtClean="0"/>
              <a:t>Communication diagram</a:t>
            </a:r>
            <a:endParaRPr lang="en-US" sz="120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free-form arrangement.</a:t>
            </a:r>
            <a:endParaRPr lang="en-US" dirty="0" smtClean="0"/>
          </a:p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76528D-04A2-474E-9CC6-941A0AB8968C}" type="slidenum">
              <a:rPr lang="vi-VN" smtClean="0"/>
              <a:pPr>
                <a:defRPr/>
              </a:pPr>
              <a:t>11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860872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SelfConnector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A348ED-14C6-42EB-8AB6-3B33A93ADC0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63994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A348ED-14C6-42EB-8AB6-3B33A93ADC0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11002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http://www.uml-diagrams.org/communication-diagrams.html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A348ED-14C6-42EB-8AB6-3B33A93ADC0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8021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Communication diagram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(called 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collaboration diagram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 UML 1.x) is a kind of UML </a:t>
            </a:r>
            <a:r>
              <a:rPr lang="en-US" sz="1200" b="1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interaction diagram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which shows interactions between objects and/or </a:t>
            </a:r>
            <a:r>
              <a:rPr lang="en-US" sz="1200" b="1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parts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(represented as </a:t>
            </a:r>
            <a:r>
              <a:rPr lang="en-US" sz="1200" b="1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lifelines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using sequenced messages in a free-form arrangement.</a:t>
            </a:r>
            <a:endParaRPr 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Sequence diagrams là trái</a:t>
            </a:r>
            <a:r>
              <a:rPr lang="en-US" baseline="0" dirty="0" smtClean="0"/>
              <a:t> tim của OOAD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A348ED-14C6-42EB-8AB6-3B33A93ADC0A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382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ower point-06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943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48278"/>
            <a:ext cx="7772400" cy="1274022"/>
          </a:xfrm>
          <a:ln>
            <a:noFill/>
          </a:ln>
        </p:spPr>
        <p:txBody>
          <a:bodyPr>
            <a:normAutofit/>
          </a:bodyPr>
          <a:lstStyle>
            <a:lvl1pPr>
              <a:defRPr sz="2475" b="1" i="0">
                <a:solidFill>
                  <a:srgbClr val="00449E"/>
                </a:solidFill>
                <a:latin typeface="Myriad Pro"/>
                <a:cs typeface="Myriad Pro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98933"/>
            <a:ext cx="6400800" cy="1518920"/>
          </a:xfrm>
          <a:ln>
            <a:noFill/>
          </a:ln>
        </p:spPr>
        <p:txBody>
          <a:bodyPr/>
          <a:lstStyle>
            <a:lvl1pPr marL="0" indent="0" algn="ctr">
              <a:buNone/>
              <a:defRPr>
                <a:solidFill>
                  <a:schemeClr val="accent6">
                    <a:lumMod val="40000"/>
                    <a:lumOff val="60000"/>
                  </a:schemeClr>
                </a:solidFill>
                <a:latin typeface="Myriad Pro"/>
                <a:cs typeface="Myriad Pro"/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6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3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907875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3400" y="119796"/>
            <a:ext cx="6883400" cy="1058700"/>
          </a:xfrm>
        </p:spPr>
        <p:txBody>
          <a:bodyPr>
            <a:normAutofit/>
          </a:bodyPr>
          <a:lstStyle>
            <a:lvl1pPr>
              <a:defRPr sz="3000">
                <a:solidFill>
                  <a:srgbClr val="00449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871"/>
            <a:ext cx="8229600" cy="4028472"/>
          </a:xfrm>
        </p:spPr>
        <p:txBody>
          <a:bodyPr/>
          <a:lstStyle>
            <a:lvl1pPr>
              <a:defRPr sz="2400">
                <a:latin typeface="Myriad Pro"/>
                <a:cs typeface="Myriad Pro"/>
              </a:defRPr>
            </a:lvl1pPr>
            <a:lvl2pPr>
              <a:defRPr sz="2100">
                <a:latin typeface="Myriad Pro"/>
                <a:cs typeface="Myriad Pro"/>
              </a:defRPr>
            </a:lvl2pPr>
            <a:lvl3pPr>
              <a:defRPr sz="1800">
                <a:latin typeface="Myriad Pro"/>
                <a:cs typeface="Myriad Pro"/>
              </a:defRPr>
            </a:lvl3pPr>
            <a:lvl4pPr>
              <a:defRPr>
                <a:latin typeface="Myriad Pro"/>
                <a:cs typeface="Myriad Pro"/>
              </a:defRPr>
            </a:lvl4pPr>
            <a:lvl5pPr>
              <a:defRPr>
                <a:latin typeface="Myriad Pro"/>
                <a:cs typeface="Myriad Pro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619"/>
            </a:lvl1pPr>
          </a:lstStyle>
          <a:p>
            <a:fld id="{58FEC44C-3F9D-1544-8214-25D7968B2E5A}" type="datetime1">
              <a:rPr lang="en-US" smtClean="0">
                <a:solidFill>
                  <a:prstClr val="white"/>
                </a:solidFill>
              </a:rPr>
              <a:pPr/>
              <a:t>11/25/2016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910" smtClean="0"/>
              <a:pPr/>
              <a:t>‹#›</a:t>
            </a:fld>
            <a:endParaRPr lang="en-US" sz="910" dirty="0"/>
          </a:p>
        </p:txBody>
      </p:sp>
      <p:sp>
        <p:nvSpPr>
          <p:cNvPr id="8" name="Rectangle 7"/>
          <p:cNvSpPr/>
          <p:nvPr/>
        </p:nvSpPr>
        <p:spPr>
          <a:xfrm>
            <a:off x="8134645" y="5157218"/>
            <a:ext cx="717452" cy="52967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43153"/>
            <a:endParaRPr lang="en-US" sz="803">
              <a:solidFill>
                <a:prstClr val="black"/>
              </a:solidFill>
            </a:endParaRPr>
          </a:p>
        </p:txBody>
      </p:sp>
      <p:sp>
        <p:nvSpPr>
          <p:cNvPr id="7" name="Freeform 11"/>
          <p:cNvSpPr>
            <a:spLocks/>
          </p:cNvSpPr>
          <p:nvPr userDrawn="1"/>
        </p:nvSpPr>
        <p:spPr bwMode="auto">
          <a:xfrm flipV="1">
            <a:off x="8256672" y="5370095"/>
            <a:ext cx="475370" cy="302395"/>
          </a:xfrm>
          <a:custGeom>
            <a:avLst/>
            <a:gdLst>
              <a:gd name="T0" fmla="*/ 365 w 367"/>
              <a:gd name="T1" fmla="*/ 50 h 106"/>
              <a:gd name="T2" fmla="*/ 317 w 367"/>
              <a:gd name="T3" fmla="*/ 2 h 106"/>
              <a:gd name="T4" fmla="*/ 316 w 367"/>
              <a:gd name="T5" fmla="*/ 1 h 106"/>
              <a:gd name="T6" fmla="*/ 313 w 367"/>
              <a:gd name="T7" fmla="*/ 0 h 106"/>
              <a:gd name="T8" fmla="*/ 294 w 367"/>
              <a:gd name="T9" fmla="*/ 0 h 106"/>
              <a:gd name="T10" fmla="*/ 5 w 367"/>
              <a:gd name="T11" fmla="*/ 0 h 106"/>
              <a:gd name="T12" fmla="*/ 0 w 367"/>
              <a:gd name="T13" fmla="*/ 0 h 106"/>
              <a:gd name="T14" fmla="*/ 0 w 367"/>
              <a:gd name="T15" fmla="*/ 5 h 106"/>
              <a:gd name="T16" fmla="*/ 0 w 367"/>
              <a:gd name="T17" fmla="*/ 100 h 106"/>
              <a:gd name="T18" fmla="*/ 0 w 367"/>
              <a:gd name="T19" fmla="*/ 106 h 106"/>
              <a:gd name="T20" fmla="*/ 5 w 367"/>
              <a:gd name="T21" fmla="*/ 106 h 106"/>
              <a:gd name="T22" fmla="*/ 294 w 367"/>
              <a:gd name="T23" fmla="*/ 106 h 106"/>
              <a:gd name="T24" fmla="*/ 313 w 367"/>
              <a:gd name="T25" fmla="*/ 106 h 106"/>
              <a:gd name="T26" fmla="*/ 316 w 367"/>
              <a:gd name="T27" fmla="*/ 105 h 106"/>
              <a:gd name="T28" fmla="*/ 317 w 367"/>
              <a:gd name="T29" fmla="*/ 104 h 106"/>
              <a:gd name="T30" fmla="*/ 365 w 367"/>
              <a:gd name="T31" fmla="*/ 56 h 106"/>
              <a:gd name="T32" fmla="*/ 365 w 367"/>
              <a:gd name="T33" fmla="*/ 50 h 106"/>
              <a:gd name="connsiteX0" fmla="*/ 9946 w 9946"/>
              <a:gd name="connsiteY0" fmla="*/ 4717 h 10000"/>
              <a:gd name="connsiteX1" fmla="*/ 8638 w 9946"/>
              <a:gd name="connsiteY1" fmla="*/ 189 h 10000"/>
              <a:gd name="connsiteX2" fmla="*/ 8610 w 9946"/>
              <a:gd name="connsiteY2" fmla="*/ 94 h 10000"/>
              <a:gd name="connsiteX3" fmla="*/ 8529 w 9946"/>
              <a:gd name="connsiteY3" fmla="*/ 0 h 10000"/>
              <a:gd name="connsiteX4" fmla="*/ 8011 w 9946"/>
              <a:gd name="connsiteY4" fmla="*/ 0 h 10000"/>
              <a:gd name="connsiteX5" fmla="*/ 874 w 9946"/>
              <a:gd name="connsiteY5" fmla="*/ 70 h 10000"/>
              <a:gd name="connsiteX6" fmla="*/ 136 w 9946"/>
              <a:gd name="connsiteY6" fmla="*/ 0 h 10000"/>
              <a:gd name="connsiteX7" fmla="*/ 0 w 9946"/>
              <a:gd name="connsiteY7" fmla="*/ 0 h 10000"/>
              <a:gd name="connsiteX8" fmla="*/ 0 w 9946"/>
              <a:gd name="connsiteY8" fmla="*/ 472 h 10000"/>
              <a:gd name="connsiteX9" fmla="*/ 0 w 9946"/>
              <a:gd name="connsiteY9" fmla="*/ 9434 h 10000"/>
              <a:gd name="connsiteX10" fmla="*/ 0 w 9946"/>
              <a:gd name="connsiteY10" fmla="*/ 10000 h 10000"/>
              <a:gd name="connsiteX11" fmla="*/ 136 w 9946"/>
              <a:gd name="connsiteY11" fmla="*/ 10000 h 10000"/>
              <a:gd name="connsiteX12" fmla="*/ 8011 w 9946"/>
              <a:gd name="connsiteY12" fmla="*/ 10000 h 10000"/>
              <a:gd name="connsiteX13" fmla="*/ 8529 w 9946"/>
              <a:gd name="connsiteY13" fmla="*/ 10000 h 10000"/>
              <a:gd name="connsiteX14" fmla="*/ 8610 w 9946"/>
              <a:gd name="connsiteY14" fmla="*/ 9906 h 10000"/>
              <a:gd name="connsiteX15" fmla="*/ 8638 w 9946"/>
              <a:gd name="connsiteY15" fmla="*/ 9811 h 10000"/>
              <a:gd name="connsiteX16" fmla="*/ 9946 w 9946"/>
              <a:gd name="connsiteY16" fmla="*/ 5283 h 10000"/>
              <a:gd name="connsiteX17" fmla="*/ 9946 w 9946"/>
              <a:gd name="connsiteY17" fmla="*/ 4717 h 10000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0 w 10000"/>
              <a:gd name="connsiteY10" fmla="*/ 10000 h 10034"/>
              <a:gd name="connsiteX11" fmla="*/ 137 w 10000"/>
              <a:gd name="connsiteY11" fmla="*/ 10000 h 10034"/>
              <a:gd name="connsiteX12" fmla="*/ 903 w 10000"/>
              <a:gd name="connsiteY12" fmla="*/ 10034 h 10034"/>
              <a:gd name="connsiteX13" fmla="*/ 8054 w 10000"/>
              <a:gd name="connsiteY13" fmla="*/ 10000 h 10034"/>
              <a:gd name="connsiteX14" fmla="*/ 8575 w 10000"/>
              <a:gd name="connsiteY14" fmla="*/ 10000 h 10034"/>
              <a:gd name="connsiteX15" fmla="*/ 8657 w 10000"/>
              <a:gd name="connsiteY15" fmla="*/ 9906 h 10034"/>
              <a:gd name="connsiteX16" fmla="*/ 8685 w 10000"/>
              <a:gd name="connsiteY16" fmla="*/ 9811 h 10034"/>
              <a:gd name="connsiteX17" fmla="*/ 10000 w 10000"/>
              <a:gd name="connsiteY17" fmla="*/ 5283 h 10034"/>
              <a:gd name="connsiteX18" fmla="*/ 10000 w 10000"/>
              <a:gd name="connsiteY18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0 w 10000"/>
              <a:gd name="connsiteY10" fmla="*/ 10000 h 10034"/>
              <a:gd name="connsiteX11" fmla="*/ 903 w 10000"/>
              <a:gd name="connsiteY11" fmla="*/ 10034 h 10034"/>
              <a:gd name="connsiteX12" fmla="*/ 8054 w 10000"/>
              <a:gd name="connsiteY12" fmla="*/ 10000 h 10034"/>
              <a:gd name="connsiteX13" fmla="*/ 8575 w 10000"/>
              <a:gd name="connsiteY13" fmla="*/ 10000 h 10034"/>
              <a:gd name="connsiteX14" fmla="*/ 8657 w 10000"/>
              <a:gd name="connsiteY14" fmla="*/ 9906 h 10034"/>
              <a:gd name="connsiteX15" fmla="*/ 8685 w 10000"/>
              <a:gd name="connsiteY15" fmla="*/ 9811 h 10034"/>
              <a:gd name="connsiteX16" fmla="*/ 10000 w 10000"/>
              <a:gd name="connsiteY16" fmla="*/ 5283 h 10034"/>
              <a:gd name="connsiteX17" fmla="*/ 10000 w 10000"/>
              <a:gd name="connsiteY17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903 w 10000"/>
              <a:gd name="connsiteY10" fmla="*/ 10034 h 10034"/>
              <a:gd name="connsiteX11" fmla="*/ 8054 w 10000"/>
              <a:gd name="connsiteY11" fmla="*/ 10000 h 10034"/>
              <a:gd name="connsiteX12" fmla="*/ 8575 w 10000"/>
              <a:gd name="connsiteY12" fmla="*/ 10000 h 10034"/>
              <a:gd name="connsiteX13" fmla="*/ 8657 w 10000"/>
              <a:gd name="connsiteY13" fmla="*/ 9906 h 10034"/>
              <a:gd name="connsiteX14" fmla="*/ 8685 w 10000"/>
              <a:gd name="connsiteY14" fmla="*/ 9811 h 10034"/>
              <a:gd name="connsiteX15" fmla="*/ 10000 w 10000"/>
              <a:gd name="connsiteY15" fmla="*/ 5283 h 10034"/>
              <a:gd name="connsiteX16" fmla="*/ 10000 w 10000"/>
              <a:gd name="connsiteY16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903 w 10000"/>
              <a:gd name="connsiteY9" fmla="*/ 10034 h 10034"/>
              <a:gd name="connsiteX10" fmla="*/ 8054 w 10000"/>
              <a:gd name="connsiteY10" fmla="*/ 10000 h 10034"/>
              <a:gd name="connsiteX11" fmla="*/ 8575 w 10000"/>
              <a:gd name="connsiteY11" fmla="*/ 10000 h 10034"/>
              <a:gd name="connsiteX12" fmla="*/ 8657 w 10000"/>
              <a:gd name="connsiteY12" fmla="*/ 9906 h 10034"/>
              <a:gd name="connsiteX13" fmla="*/ 8685 w 10000"/>
              <a:gd name="connsiteY13" fmla="*/ 9811 h 10034"/>
              <a:gd name="connsiteX14" fmla="*/ 10000 w 10000"/>
              <a:gd name="connsiteY14" fmla="*/ 5283 h 10034"/>
              <a:gd name="connsiteX15" fmla="*/ 10000 w 10000"/>
              <a:gd name="connsiteY15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903 w 10000"/>
              <a:gd name="connsiteY8" fmla="*/ 10034 h 10034"/>
              <a:gd name="connsiteX9" fmla="*/ 8054 w 10000"/>
              <a:gd name="connsiteY9" fmla="*/ 10000 h 10034"/>
              <a:gd name="connsiteX10" fmla="*/ 8575 w 10000"/>
              <a:gd name="connsiteY10" fmla="*/ 10000 h 10034"/>
              <a:gd name="connsiteX11" fmla="*/ 8657 w 10000"/>
              <a:gd name="connsiteY11" fmla="*/ 9906 h 10034"/>
              <a:gd name="connsiteX12" fmla="*/ 8685 w 10000"/>
              <a:gd name="connsiteY12" fmla="*/ 9811 h 10034"/>
              <a:gd name="connsiteX13" fmla="*/ 10000 w 10000"/>
              <a:gd name="connsiteY13" fmla="*/ 5283 h 10034"/>
              <a:gd name="connsiteX14" fmla="*/ 10000 w 10000"/>
              <a:gd name="connsiteY14" fmla="*/ 4717 h 10034"/>
              <a:gd name="connsiteX0" fmla="*/ 9863 w 9863"/>
              <a:gd name="connsiteY0" fmla="*/ 4717 h 10034"/>
              <a:gd name="connsiteX1" fmla="*/ 8548 w 9863"/>
              <a:gd name="connsiteY1" fmla="*/ 189 h 10034"/>
              <a:gd name="connsiteX2" fmla="*/ 8520 w 9863"/>
              <a:gd name="connsiteY2" fmla="*/ 94 h 10034"/>
              <a:gd name="connsiteX3" fmla="*/ 8438 w 9863"/>
              <a:gd name="connsiteY3" fmla="*/ 0 h 10034"/>
              <a:gd name="connsiteX4" fmla="*/ 7917 w 9863"/>
              <a:gd name="connsiteY4" fmla="*/ 0 h 10034"/>
              <a:gd name="connsiteX5" fmla="*/ 742 w 9863"/>
              <a:gd name="connsiteY5" fmla="*/ 70 h 10034"/>
              <a:gd name="connsiteX6" fmla="*/ 0 w 9863"/>
              <a:gd name="connsiteY6" fmla="*/ 0 h 10034"/>
              <a:gd name="connsiteX7" fmla="*/ 766 w 9863"/>
              <a:gd name="connsiteY7" fmla="*/ 10034 h 10034"/>
              <a:gd name="connsiteX8" fmla="*/ 7917 w 9863"/>
              <a:gd name="connsiteY8" fmla="*/ 10000 h 10034"/>
              <a:gd name="connsiteX9" fmla="*/ 8438 w 9863"/>
              <a:gd name="connsiteY9" fmla="*/ 10000 h 10034"/>
              <a:gd name="connsiteX10" fmla="*/ 8520 w 9863"/>
              <a:gd name="connsiteY10" fmla="*/ 9906 h 10034"/>
              <a:gd name="connsiteX11" fmla="*/ 8548 w 9863"/>
              <a:gd name="connsiteY11" fmla="*/ 9811 h 10034"/>
              <a:gd name="connsiteX12" fmla="*/ 9863 w 9863"/>
              <a:gd name="connsiteY12" fmla="*/ 5283 h 10034"/>
              <a:gd name="connsiteX13" fmla="*/ 9863 w 9863"/>
              <a:gd name="connsiteY13" fmla="*/ 4717 h 10034"/>
              <a:gd name="connsiteX0" fmla="*/ 9248 w 9248"/>
              <a:gd name="connsiteY0" fmla="*/ 4701 h 10000"/>
              <a:gd name="connsiteX1" fmla="*/ 7915 w 9248"/>
              <a:gd name="connsiteY1" fmla="*/ 188 h 10000"/>
              <a:gd name="connsiteX2" fmla="*/ 7886 w 9248"/>
              <a:gd name="connsiteY2" fmla="*/ 94 h 10000"/>
              <a:gd name="connsiteX3" fmla="*/ 7803 w 9248"/>
              <a:gd name="connsiteY3" fmla="*/ 0 h 10000"/>
              <a:gd name="connsiteX4" fmla="*/ 7275 w 9248"/>
              <a:gd name="connsiteY4" fmla="*/ 0 h 10000"/>
              <a:gd name="connsiteX5" fmla="*/ 0 w 9248"/>
              <a:gd name="connsiteY5" fmla="*/ 70 h 10000"/>
              <a:gd name="connsiteX6" fmla="*/ 25 w 9248"/>
              <a:gd name="connsiteY6" fmla="*/ 10000 h 10000"/>
              <a:gd name="connsiteX7" fmla="*/ 7275 w 9248"/>
              <a:gd name="connsiteY7" fmla="*/ 9966 h 10000"/>
              <a:gd name="connsiteX8" fmla="*/ 7803 w 9248"/>
              <a:gd name="connsiteY8" fmla="*/ 9966 h 10000"/>
              <a:gd name="connsiteX9" fmla="*/ 7886 w 9248"/>
              <a:gd name="connsiteY9" fmla="*/ 9872 h 10000"/>
              <a:gd name="connsiteX10" fmla="*/ 7915 w 9248"/>
              <a:gd name="connsiteY10" fmla="*/ 9778 h 10000"/>
              <a:gd name="connsiteX11" fmla="*/ 9248 w 9248"/>
              <a:gd name="connsiteY11" fmla="*/ 5265 h 10000"/>
              <a:gd name="connsiteX12" fmla="*/ 9248 w 9248"/>
              <a:gd name="connsiteY12" fmla="*/ 4701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59436" tIns="29718" rIns="59436" bIns="29718" numCol="1" anchor="t" anchorCtr="0" compatLnSpc="1">
            <a:prstTxWarp prst="textNoShape">
              <a:avLst/>
            </a:prstTxWarp>
          </a:bodyPr>
          <a:lstStyle/>
          <a:p>
            <a:endParaRPr lang="en-US" sz="1170"/>
          </a:p>
        </p:txBody>
      </p:sp>
      <p:sp>
        <p:nvSpPr>
          <p:cNvPr id="10" name="TextBox 9"/>
          <p:cNvSpPr txBox="1"/>
          <p:nvPr userDrawn="1"/>
        </p:nvSpPr>
        <p:spPr>
          <a:xfrm>
            <a:off x="8152482" y="5370097"/>
            <a:ext cx="579565" cy="3303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127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819317"/>
            <a:ext cx="7772400" cy="1180465"/>
          </a:xfrm>
        </p:spPr>
        <p:txBody>
          <a:bodyPr anchor="t"/>
          <a:lstStyle>
            <a:lvl1pPr algn="l">
              <a:defRPr sz="225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19153"/>
            <a:ext cx="7772400" cy="1300162"/>
          </a:xfrm>
        </p:spPr>
        <p:txBody>
          <a:bodyPr anchor="b"/>
          <a:lstStyle>
            <a:lvl1pPr marL="0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49" indent="0">
              <a:buNone/>
              <a:defRPr sz="901">
                <a:solidFill>
                  <a:schemeClr val="tx1">
                    <a:tint val="75000"/>
                  </a:schemeClr>
                </a:solidFill>
              </a:defRPr>
            </a:lvl3pPr>
            <a:lvl4pPr marL="771524" indent="0">
              <a:buNone/>
              <a:defRPr sz="787">
                <a:solidFill>
                  <a:schemeClr val="tx1">
                    <a:tint val="75000"/>
                  </a:schemeClr>
                </a:solidFill>
              </a:defRPr>
            </a:lvl4pPr>
            <a:lvl5pPr marL="1028698" indent="0">
              <a:buNone/>
              <a:defRPr sz="787">
                <a:solidFill>
                  <a:schemeClr val="tx1">
                    <a:tint val="75000"/>
                  </a:schemeClr>
                </a:solidFill>
              </a:defRPr>
            </a:lvl5pPr>
            <a:lvl6pPr marL="1285873" indent="0">
              <a:buNone/>
              <a:defRPr sz="787">
                <a:solidFill>
                  <a:schemeClr val="tx1">
                    <a:tint val="75000"/>
                  </a:schemeClr>
                </a:solidFill>
              </a:defRPr>
            </a:lvl6pPr>
            <a:lvl7pPr marL="1543048" indent="0">
              <a:buNone/>
              <a:defRPr sz="787">
                <a:solidFill>
                  <a:schemeClr val="tx1">
                    <a:tint val="75000"/>
                  </a:schemeClr>
                </a:solidFill>
              </a:defRPr>
            </a:lvl7pPr>
            <a:lvl8pPr marL="1800223" indent="0">
              <a:buNone/>
              <a:defRPr sz="787">
                <a:solidFill>
                  <a:schemeClr val="tx1">
                    <a:tint val="75000"/>
                  </a:schemeClr>
                </a:solidFill>
              </a:defRPr>
            </a:lvl8pPr>
            <a:lvl9pPr marL="2057397" indent="0">
              <a:buNone/>
              <a:defRPr sz="78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888ED-BA33-BE40-BF29-F50D5175FC1E}" type="datetime1">
              <a:rPr lang="en-US" smtClean="0">
                <a:solidFill>
                  <a:prstClr val="white"/>
                </a:solidFill>
              </a:rPr>
              <a:pPr/>
              <a:t>11/25/2016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910" smtClean="0"/>
              <a:pPr/>
              <a:t>‹#›</a:t>
            </a:fld>
            <a:endParaRPr lang="en-US" sz="910" dirty="0"/>
          </a:p>
        </p:txBody>
      </p:sp>
      <p:sp>
        <p:nvSpPr>
          <p:cNvPr id="5" name="Rectangle 4"/>
          <p:cNvSpPr/>
          <p:nvPr/>
        </p:nvSpPr>
        <p:spPr>
          <a:xfrm>
            <a:off x="8134645" y="5157218"/>
            <a:ext cx="717452" cy="52967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543153"/>
            <a:endParaRPr lang="en-US" sz="803">
              <a:solidFill>
                <a:prstClr val="black"/>
              </a:solidFill>
            </a:endParaRPr>
          </a:p>
        </p:txBody>
      </p:sp>
      <p:sp>
        <p:nvSpPr>
          <p:cNvPr id="7" name="Freeform 11"/>
          <p:cNvSpPr>
            <a:spLocks/>
          </p:cNvSpPr>
          <p:nvPr userDrawn="1"/>
        </p:nvSpPr>
        <p:spPr bwMode="auto">
          <a:xfrm flipV="1">
            <a:off x="8256672" y="5370095"/>
            <a:ext cx="475370" cy="302395"/>
          </a:xfrm>
          <a:custGeom>
            <a:avLst/>
            <a:gdLst>
              <a:gd name="T0" fmla="*/ 365 w 367"/>
              <a:gd name="T1" fmla="*/ 50 h 106"/>
              <a:gd name="T2" fmla="*/ 317 w 367"/>
              <a:gd name="T3" fmla="*/ 2 h 106"/>
              <a:gd name="T4" fmla="*/ 316 w 367"/>
              <a:gd name="T5" fmla="*/ 1 h 106"/>
              <a:gd name="T6" fmla="*/ 313 w 367"/>
              <a:gd name="T7" fmla="*/ 0 h 106"/>
              <a:gd name="T8" fmla="*/ 294 w 367"/>
              <a:gd name="T9" fmla="*/ 0 h 106"/>
              <a:gd name="T10" fmla="*/ 5 w 367"/>
              <a:gd name="T11" fmla="*/ 0 h 106"/>
              <a:gd name="T12" fmla="*/ 0 w 367"/>
              <a:gd name="T13" fmla="*/ 0 h 106"/>
              <a:gd name="T14" fmla="*/ 0 w 367"/>
              <a:gd name="T15" fmla="*/ 5 h 106"/>
              <a:gd name="T16" fmla="*/ 0 w 367"/>
              <a:gd name="T17" fmla="*/ 100 h 106"/>
              <a:gd name="T18" fmla="*/ 0 w 367"/>
              <a:gd name="T19" fmla="*/ 106 h 106"/>
              <a:gd name="T20" fmla="*/ 5 w 367"/>
              <a:gd name="T21" fmla="*/ 106 h 106"/>
              <a:gd name="T22" fmla="*/ 294 w 367"/>
              <a:gd name="T23" fmla="*/ 106 h 106"/>
              <a:gd name="T24" fmla="*/ 313 w 367"/>
              <a:gd name="T25" fmla="*/ 106 h 106"/>
              <a:gd name="T26" fmla="*/ 316 w 367"/>
              <a:gd name="T27" fmla="*/ 105 h 106"/>
              <a:gd name="T28" fmla="*/ 317 w 367"/>
              <a:gd name="T29" fmla="*/ 104 h 106"/>
              <a:gd name="T30" fmla="*/ 365 w 367"/>
              <a:gd name="T31" fmla="*/ 56 h 106"/>
              <a:gd name="T32" fmla="*/ 365 w 367"/>
              <a:gd name="T33" fmla="*/ 50 h 106"/>
              <a:gd name="connsiteX0" fmla="*/ 9946 w 9946"/>
              <a:gd name="connsiteY0" fmla="*/ 4717 h 10000"/>
              <a:gd name="connsiteX1" fmla="*/ 8638 w 9946"/>
              <a:gd name="connsiteY1" fmla="*/ 189 h 10000"/>
              <a:gd name="connsiteX2" fmla="*/ 8610 w 9946"/>
              <a:gd name="connsiteY2" fmla="*/ 94 h 10000"/>
              <a:gd name="connsiteX3" fmla="*/ 8529 w 9946"/>
              <a:gd name="connsiteY3" fmla="*/ 0 h 10000"/>
              <a:gd name="connsiteX4" fmla="*/ 8011 w 9946"/>
              <a:gd name="connsiteY4" fmla="*/ 0 h 10000"/>
              <a:gd name="connsiteX5" fmla="*/ 874 w 9946"/>
              <a:gd name="connsiteY5" fmla="*/ 70 h 10000"/>
              <a:gd name="connsiteX6" fmla="*/ 136 w 9946"/>
              <a:gd name="connsiteY6" fmla="*/ 0 h 10000"/>
              <a:gd name="connsiteX7" fmla="*/ 0 w 9946"/>
              <a:gd name="connsiteY7" fmla="*/ 0 h 10000"/>
              <a:gd name="connsiteX8" fmla="*/ 0 w 9946"/>
              <a:gd name="connsiteY8" fmla="*/ 472 h 10000"/>
              <a:gd name="connsiteX9" fmla="*/ 0 w 9946"/>
              <a:gd name="connsiteY9" fmla="*/ 9434 h 10000"/>
              <a:gd name="connsiteX10" fmla="*/ 0 w 9946"/>
              <a:gd name="connsiteY10" fmla="*/ 10000 h 10000"/>
              <a:gd name="connsiteX11" fmla="*/ 136 w 9946"/>
              <a:gd name="connsiteY11" fmla="*/ 10000 h 10000"/>
              <a:gd name="connsiteX12" fmla="*/ 8011 w 9946"/>
              <a:gd name="connsiteY12" fmla="*/ 10000 h 10000"/>
              <a:gd name="connsiteX13" fmla="*/ 8529 w 9946"/>
              <a:gd name="connsiteY13" fmla="*/ 10000 h 10000"/>
              <a:gd name="connsiteX14" fmla="*/ 8610 w 9946"/>
              <a:gd name="connsiteY14" fmla="*/ 9906 h 10000"/>
              <a:gd name="connsiteX15" fmla="*/ 8638 w 9946"/>
              <a:gd name="connsiteY15" fmla="*/ 9811 h 10000"/>
              <a:gd name="connsiteX16" fmla="*/ 9946 w 9946"/>
              <a:gd name="connsiteY16" fmla="*/ 5283 h 10000"/>
              <a:gd name="connsiteX17" fmla="*/ 9946 w 9946"/>
              <a:gd name="connsiteY17" fmla="*/ 4717 h 10000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0 w 10000"/>
              <a:gd name="connsiteY10" fmla="*/ 10000 h 10034"/>
              <a:gd name="connsiteX11" fmla="*/ 137 w 10000"/>
              <a:gd name="connsiteY11" fmla="*/ 10000 h 10034"/>
              <a:gd name="connsiteX12" fmla="*/ 903 w 10000"/>
              <a:gd name="connsiteY12" fmla="*/ 10034 h 10034"/>
              <a:gd name="connsiteX13" fmla="*/ 8054 w 10000"/>
              <a:gd name="connsiteY13" fmla="*/ 10000 h 10034"/>
              <a:gd name="connsiteX14" fmla="*/ 8575 w 10000"/>
              <a:gd name="connsiteY14" fmla="*/ 10000 h 10034"/>
              <a:gd name="connsiteX15" fmla="*/ 8657 w 10000"/>
              <a:gd name="connsiteY15" fmla="*/ 9906 h 10034"/>
              <a:gd name="connsiteX16" fmla="*/ 8685 w 10000"/>
              <a:gd name="connsiteY16" fmla="*/ 9811 h 10034"/>
              <a:gd name="connsiteX17" fmla="*/ 10000 w 10000"/>
              <a:gd name="connsiteY17" fmla="*/ 5283 h 10034"/>
              <a:gd name="connsiteX18" fmla="*/ 10000 w 10000"/>
              <a:gd name="connsiteY18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0 w 10000"/>
              <a:gd name="connsiteY10" fmla="*/ 10000 h 10034"/>
              <a:gd name="connsiteX11" fmla="*/ 903 w 10000"/>
              <a:gd name="connsiteY11" fmla="*/ 10034 h 10034"/>
              <a:gd name="connsiteX12" fmla="*/ 8054 w 10000"/>
              <a:gd name="connsiteY12" fmla="*/ 10000 h 10034"/>
              <a:gd name="connsiteX13" fmla="*/ 8575 w 10000"/>
              <a:gd name="connsiteY13" fmla="*/ 10000 h 10034"/>
              <a:gd name="connsiteX14" fmla="*/ 8657 w 10000"/>
              <a:gd name="connsiteY14" fmla="*/ 9906 h 10034"/>
              <a:gd name="connsiteX15" fmla="*/ 8685 w 10000"/>
              <a:gd name="connsiteY15" fmla="*/ 9811 h 10034"/>
              <a:gd name="connsiteX16" fmla="*/ 10000 w 10000"/>
              <a:gd name="connsiteY16" fmla="*/ 5283 h 10034"/>
              <a:gd name="connsiteX17" fmla="*/ 10000 w 10000"/>
              <a:gd name="connsiteY17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903 w 10000"/>
              <a:gd name="connsiteY10" fmla="*/ 10034 h 10034"/>
              <a:gd name="connsiteX11" fmla="*/ 8054 w 10000"/>
              <a:gd name="connsiteY11" fmla="*/ 10000 h 10034"/>
              <a:gd name="connsiteX12" fmla="*/ 8575 w 10000"/>
              <a:gd name="connsiteY12" fmla="*/ 10000 h 10034"/>
              <a:gd name="connsiteX13" fmla="*/ 8657 w 10000"/>
              <a:gd name="connsiteY13" fmla="*/ 9906 h 10034"/>
              <a:gd name="connsiteX14" fmla="*/ 8685 w 10000"/>
              <a:gd name="connsiteY14" fmla="*/ 9811 h 10034"/>
              <a:gd name="connsiteX15" fmla="*/ 10000 w 10000"/>
              <a:gd name="connsiteY15" fmla="*/ 5283 h 10034"/>
              <a:gd name="connsiteX16" fmla="*/ 10000 w 10000"/>
              <a:gd name="connsiteY16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903 w 10000"/>
              <a:gd name="connsiteY9" fmla="*/ 10034 h 10034"/>
              <a:gd name="connsiteX10" fmla="*/ 8054 w 10000"/>
              <a:gd name="connsiteY10" fmla="*/ 10000 h 10034"/>
              <a:gd name="connsiteX11" fmla="*/ 8575 w 10000"/>
              <a:gd name="connsiteY11" fmla="*/ 10000 h 10034"/>
              <a:gd name="connsiteX12" fmla="*/ 8657 w 10000"/>
              <a:gd name="connsiteY12" fmla="*/ 9906 h 10034"/>
              <a:gd name="connsiteX13" fmla="*/ 8685 w 10000"/>
              <a:gd name="connsiteY13" fmla="*/ 9811 h 10034"/>
              <a:gd name="connsiteX14" fmla="*/ 10000 w 10000"/>
              <a:gd name="connsiteY14" fmla="*/ 5283 h 10034"/>
              <a:gd name="connsiteX15" fmla="*/ 10000 w 10000"/>
              <a:gd name="connsiteY15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903 w 10000"/>
              <a:gd name="connsiteY8" fmla="*/ 10034 h 10034"/>
              <a:gd name="connsiteX9" fmla="*/ 8054 w 10000"/>
              <a:gd name="connsiteY9" fmla="*/ 10000 h 10034"/>
              <a:gd name="connsiteX10" fmla="*/ 8575 w 10000"/>
              <a:gd name="connsiteY10" fmla="*/ 10000 h 10034"/>
              <a:gd name="connsiteX11" fmla="*/ 8657 w 10000"/>
              <a:gd name="connsiteY11" fmla="*/ 9906 h 10034"/>
              <a:gd name="connsiteX12" fmla="*/ 8685 w 10000"/>
              <a:gd name="connsiteY12" fmla="*/ 9811 h 10034"/>
              <a:gd name="connsiteX13" fmla="*/ 10000 w 10000"/>
              <a:gd name="connsiteY13" fmla="*/ 5283 h 10034"/>
              <a:gd name="connsiteX14" fmla="*/ 10000 w 10000"/>
              <a:gd name="connsiteY14" fmla="*/ 4717 h 10034"/>
              <a:gd name="connsiteX0" fmla="*/ 9863 w 9863"/>
              <a:gd name="connsiteY0" fmla="*/ 4717 h 10034"/>
              <a:gd name="connsiteX1" fmla="*/ 8548 w 9863"/>
              <a:gd name="connsiteY1" fmla="*/ 189 h 10034"/>
              <a:gd name="connsiteX2" fmla="*/ 8520 w 9863"/>
              <a:gd name="connsiteY2" fmla="*/ 94 h 10034"/>
              <a:gd name="connsiteX3" fmla="*/ 8438 w 9863"/>
              <a:gd name="connsiteY3" fmla="*/ 0 h 10034"/>
              <a:gd name="connsiteX4" fmla="*/ 7917 w 9863"/>
              <a:gd name="connsiteY4" fmla="*/ 0 h 10034"/>
              <a:gd name="connsiteX5" fmla="*/ 742 w 9863"/>
              <a:gd name="connsiteY5" fmla="*/ 70 h 10034"/>
              <a:gd name="connsiteX6" fmla="*/ 0 w 9863"/>
              <a:gd name="connsiteY6" fmla="*/ 0 h 10034"/>
              <a:gd name="connsiteX7" fmla="*/ 766 w 9863"/>
              <a:gd name="connsiteY7" fmla="*/ 10034 h 10034"/>
              <a:gd name="connsiteX8" fmla="*/ 7917 w 9863"/>
              <a:gd name="connsiteY8" fmla="*/ 10000 h 10034"/>
              <a:gd name="connsiteX9" fmla="*/ 8438 w 9863"/>
              <a:gd name="connsiteY9" fmla="*/ 10000 h 10034"/>
              <a:gd name="connsiteX10" fmla="*/ 8520 w 9863"/>
              <a:gd name="connsiteY10" fmla="*/ 9906 h 10034"/>
              <a:gd name="connsiteX11" fmla="*/ 8548 w 9863"/>
              <a:gd name="connsiteY11" fmla="*/ 9811 h 10034"/>
              <a:gd name="connsiteX12" fmla="*/ 9863 w 9863"/>
              <a:gd name="connsiteY12" fmla="*/ 5283 h 10034"/>
              <a:gd name="connsiteX13" fmla="*/ 9863 w 9863"/>
              <a:gd name="connsiteY13" fmla="*/ 4717 h 10034"/>
              <a:gd name="connsiteX0" fmla="*/ 9248 w 9248"/>
              <a:gd name="connsiteY0" fmla="*/ 4701 h 10000"/>
              <a:gd name="connsiteX1" fmla="*/ 7915 w 9248"/>
              <a:gd name="connsiteY1" fmla="*/ 188 h 10000"/>
              <a:gd name="connsiteX2" fmla="*/ 7886 w 9248"/>
              <a:gd name="connsiteY2" fmla="*/ 94 h 10000"/>
              <a:gd name="connsiteX3" fmla="*/ 7803 w 9248"/>
              <a:gd name="connsiteY3" fmla="*/ 0 h 10000"/>
              <a:gd name="connsiteX4" fmla="*/ 7275 w 9248"/>
              <a:gd name="connsiteY4" fmla="*/ 0 h 10000"/>
              <a:gd name="connsiteX5" fmla="*/ 0 w 9248"/>
              <a:gd name="connsiteY5" fmla="*/ 70 h 10000"/>
              <a:gd name="connsiteX6" fmla="*/ 25 w 9248"/>
              <a:gd name="connsiteY6" fmla="*/ 10000 h 10000"/>
              <a:gd name="connsiteX7" fmla="*/ 7275 w 9248"/>
              <a:gd name="connsiteY7" fmla="*/ 9966 h 10000"/>
              <a:gd name="connsiteX8" fmla="*/ 7803 w 9248"/>
              <a:gd name="connsiteY8" fmla="*/ 9966 h 10000"/>
              <a:gd name="connsiteX9" fmla="*/ 7886 w 9248"/>
              <a:gd name="connsiteY9" fmla="*/ 9872 h 10000"/>
              <a:gd name="connsiteX10" fmla="*/ 7915 w 9248"/>
              <a:gd name="connsiteY10" fmla="*/ 9778 h 10000"/>
              <a:gd name="connsiteX11" fmla="*/ 9248 w 9248"/>
              <a:gd name="connsiteY11" fmla="*/ 5265 h 10000"/>
              <a:gd name="connsiteX12" fmla="*/ 9248 w 9248"/>
              <a:gd name="connsiteY12" fmla="*/ 4701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59436" tIns="29718" rIns="59436" bIns="29718" numCol="1" anchor="t" anchorCtr="0" compatLnSpc="1">
            <a:prstTxWarp prst="textNoShape">
              <a:avLst/>
            </a:prstTxWarp>
          </a:bodyPr>
          <a:lstStyle/>
          <a:p>
            <a:endParaRPr lang="en-US" sz="1170"/>
          </a:p>
        </p:txBody>
      </p:sp>
      <p:sp>
        <p:nvSpPr>
          <p:cNvPr id="8" name="TextBox 7"/>
          <p:cNvSpPr txBox="1"/>
          <p:nvPr userDrawn="1"/>
        </p:nvSpPr>
        <p:spPr>
          <a:xfrm>
            <a:off x="8152482" y="5370097"/>
            <a:ext cx="579565" cy="3303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8930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86843"/>
            <a:ext cx="4038600" cy="3922501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86843"/>
            <a:ext cx="4038600" cy="3922501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19C21-0AE2-BC4D-843C-BE82E03062E5}" type="datetime1">
              <a:rPr lang="en-US" smtClean="0">
                <a:solidFill>
                  <a:prstClr val="white"/>
                </a:solidFill>
              </a:rPr>
              <a:pPr/>
              <a:t>11/25/2016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910" smtClean="0"/>
              <a:pPr/>
              <a:t>‹#›</a:t>
            </a:fld>
            <a:endParaRPr lang="en-US" sz="910" dirty="0"/>
          </a:p>
        </p:txBody>
      </p:sp>
      <p:sp>
        <p:nvSpPr>
          <p:cNvPr id="8" name="Freeform 11"/>
          <p:cNvSpPr>
            <a:spLocks/>
          </p:cNvSpPr>
          <p:nvPr/>
        </p:nvSpPr>
        <p:spPr bwMode="auto">
          <a:xfrm flipV="1">
            <a:off x="8256673" y="5370096"/>
            <a:ext cx="475370" cy="302395"/>
          </a:xfrm>
          <a:custGeom>
            <a:avLst/>
            <a:gdLst>
              <a:gd name="T0" fmla="*/ 365 w 367"/>
              <a:gd name="T1" fmla="*/ 50 h 106"/>
              <a:gd name="T2" fmla="*/ 317 w 367"/>
              <a:gd name="T3" fmla="*/ 2 h 106"/>
              <a:gd name="T4" fmla="*/ 316 w 367"/>
              <a:gd name="T5" fmla="*/ 1 h 106"/>
              <a:gd name="T6" fmla="*/ 313 w 367"/>
              <a:gd name="T7" fmla="*/ 0 h 106"/>
              <a:gd name="T8" fmla="*/ 294 w 367"/>
              <a:gd name="T9" fmla="*/ 0 h 106"/>
              <a:gd name="T10" fmla="*/ 5 w 367"/>
              <a:gd name="T11" fmla="*/ 0 h 106"/>
              <a:gd name="T12" fmla="*/ 0 w 367"/>
              <a:gd name="T13" fmla="*/ 0 h 106"/>
              <a:gd name="T14" fmla="*/ 0 w 367"/>
              <a:gd name="T15" fmla="*/ 5 h 106"/>
              <a:gd name="T16" fmla="*/ 0 w 367"/>
              <a:gd name="T17" fmla="*/ 100 h 106"/>
              <a:gd name="T18" fmla="*/ 0 w 367"/>
              <a:gd name="T19" fmla="*/ 106 h 106"/>
              <a:gd name="T20" fmla="*/ 5 w 367"/>
              <a:gd name="T21" fmla="*/ 106 h 106"/>
              <a:gd name="T22" fmla="*/ 294 w 367"/>
              <a:gd name="T23" fmla="*/ 106 h 106"/>
              <a:gd name="T24" fmla="*/ 313 w 367"/>
              <a:gd name="T25" fmla="*/ 106 h 106"/>
              <a:gd name="T26" fmla="*/ 316 w 367"/>
              <a:gd name="T27" fmla="*/ 105 h 106"/>
              <a:gd name="T28" fmla="*/ 317 w 367"/>
              <a:gd name="T29" fmla="*/ 104 h 106"/>
              <a:gd name="T30" fmla="*/ 365 w 367"/>
              <a:gd name="T31" fmla="*/ 56 h 106"/>
              <a:gd name="T32" fmla="*/ 365 w 367"/>
              <a:gd name="T33" fmla="*/ 50 h 106"/>
              <a:gd name="connsiteX0" fmla="*/ 9946 w 9946"/>
              <a:gd name="connsiteY0" fmla="*/ 4717 h 10000"/>
              <a:gd name="connsiteX1" fmla="*/ 8638 w 9946"/>
              <a:gd name="connsiteY1" fmla="*/ 189 h 10000"/>
              <a:gd name="connsiteX2" fmla="*/ 8610 w 9946"/>
              <a:gd name="connsiteY2" fmla="*/ 94 h 10000"/>
              <a:gd name="connsiteX3" fmla="*/ 8529 w 9946"/>
              <a:gd name="connsiteY3" fmla="*/ 0 h 10000"/>
              <a:gd name="connsiteX4" fmla="*/ 8011 w 9946"/>
              <a:gd name="connsiteY4" fmla="*/ 0 h 10000"/>
              <a:gd name="connsiteX5" fmla="*/ 874 w 9946"/>
              <a:gd name="connsiteY5" fmla="*/ 70 h 10000"/>
              <a:gd name="connsiteX6" fmla="*/ 136 w 9946"/>
              <a:gd name="connsiteY6" fmla="*/ 0 h 10000"/>
              <a:gd name="connsiteX7" fmla="*/ 0 w 9946"/>
              <a:gd name="connsiteY7" fmla="*/ 0 h 10000"/>
              <a:gd name="connsiteX8" fmla="*/ 0 w 9946"/>
              <a:gd name="connsiteY8" fmla="*/ 472 h 10000"/>
              <a:gd name="connsiteX9" fmla="*/ 0 w 9946"/>
              <a:gd name="connsiteY9" fmla="*/ 9434 h 10000"/>
              <a:gd name="connsiteX10" fmla="*/ 0 w 9946"/>
              <a:gd name="connsiteY10" fmla="*/ 10000 h 10000"/>
              <a:gd name="connsiteX11" fmla="*/ 136 w 9946"/>
              <a:gd name="connsiteY11" fmla="*/ 10000 h 10000"/>
              <a:gd name="connsiteX12" fmla="*/ 8011 w 9946"/>
              <a:gd name="connsiteY12" fmla="*/ 10000 h 10000"/>
              <a:gd name="connsiteX13" fmla="*/ 8529 w 9946"/>
              <a:gd name="connsiteY13" fmla="*/ 10000 h 10000"/>
              <a:gd name="connsiteX14" fmla="*/ 8610 w 9946"/>
              <a:gd name="connsiteY14" fmla="*/ 9906 h 10000"/>
              <a:gd name="connsiteX15" fmla="*/ 8638 w 9946"/>
              <a:gd name="connsiteY15" fmla="*/ 9811 h 10000"/>
              <a:gd name="connsiteX16" fmla="*/ 9946 w 9946"/>
              <a:gd name="connsiteY16" fmla="*/ 5283 h 10000"/>
              <a:gd name="connsiteX17" fmla="*/ 9946 w 9946"/>
              <a:gd name="connsiteY17" fmla="*/ 4717 h 10000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0 w 10000"/>
              <a:gd name="connsiteY10" fmla="*/ 10000 h 10034"/>
              <a:gd name="connsiteX11" fmla="*/ 137 w 10000"/>
              <a:gd name="connsiteY11" fmla="*/ 10000 h 10034"/>
              <a:gd name="connsiteX12" fmla="*/ 903 w 10000"/>
              <a:gd name="connsiteY12" fmla="*/ 10034 h 10034"/>
              <a:gd name="connsiteX13" fmla="*/ 8054 w 10000"/>
              <a:gd name="connsiteY13" fmla="*/ 10000 h 10034"/>
              <a:gd name="connsiteX14" fmla="*/ 8575 w 10000"/>
              <a:gd name="connsiteY14" fmla="*/ 10000 h 10034"/>
              <a:gd name="connsiteX15" fmla="*/ 8657 w 10000"/>
              <a:gd name="connsiteY15" fmla="*/ 9906 h 10034"/>
              <a:gd name="connsiteX16" fmla="*/ 8685 w 10000"/>
              <a:gd name="connsiteY16" fmla="*/ 9811 h 10034"/>
              <a:gd name="connsiteX17" fmla="*/ 10000 w 10000"/>
              <a:gd name="connsiteY17" fmla="*/ 5283 h 10034"/>
              <a:gd name="connsiteX18" fmla="*/ 10000 w 10000"/>
              <a:gd name="connsiteY18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0 w 10000"/>
              <a:gd name="connsiteY10" fmla="*/ 10000 h 10034"/>
              <a:gd name="connsiteX11" fmla="*/ 903 w 10000"/>
              <a:gd name="connsiteY11" fmla="*/ 10034 h 10034"/>
              <a:gd name="connsiteX12" fmla="*/ 8054 w 10000"/>
              <a:gd name="connsiteY12" fmla="*/ 10000 h 10034"/>
              <a:gd name="connsiteX13" fmla="*/ 8575 w 10000"/>
              <a:gd name="connsiteY13" fmla="*/ 10000 h 10034"/>
              <a:gd name="connsiteX14" fmla="*/ 8657 w 10000"/>
              <a:gd name="connsiteY14" fmla="*/ 9906 h 10034"/>
              <a:gd name="connsiteX15" fmla="*/ 8685 w 10000"/>
              <a:gd name="connsiteY15" fmla="*/ 9811 h 10034"/>
              <a:gd name="connsiteX16" fmla="*/ 10000 w 10000"/>
              <a:gd name="connsiteY16" fmla="*/ 5283 h 10034"/>
              <a:gd name="connsiteX17" fmla="*/ 10000 w 10000"/>
              <a:gd name="connsiteY17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903 w 10000"/>
              <a:gd name="connsiteY10" fmla="*/ 10034 h 10034"/>
              <a:gd name="connsiteX11" fmla="*/ 8054 w 10000"/>
              <a:gd name="connsiteY11" fmla="*/ 10000 h 10034"/>
              <a:gd name="connsiteX12" fmla="*/ 8575 w 10000"/>
              <a:gd name="connsiteY12" fmla="*/ 10000 h 10034"/>
              <a:gd name="connsiteX13" fmla="*/ 8657 w 10000"/>
              <a:gd name="connsiteY13" fmla="*/ 9906 h 10034"/>
              <a:gd name="connsiteX14" fmla="*/ 8685 w 10000"/>
              <a:gd name="connsiteY14" fmla="*/ 9811 h 10034"/>
              <a:gd name="connsiteX15" fmla="*/ 10000 w 10000"/>
              <a:gd name="connsiteY15" fmla="*/ 5283 h 10034"/>
              <a:gd name="connsiteX16" fmla="*/ 10000 w 10000"/>
              <a:gd name="connsiteY16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903 w 10000"/>
              <a:gd name="connsiteY9" fmla="*/ 10034 h 10034"/>
              <a:gd name="connsiteX10" fmla="*/ 8054 w 10000"/>
              <a:gd name="connsiteY10" fmla="*/ 10000 h 10034"/>
              <a:gd name="connsiteX11" fmla="*/ 8575 w 10000"/>
              <a:gd name="connsiteY11" fmla="*/ 10000 h 10034"/>
              <a:gd name="connsiteX12" fmla="*/ 8657 w 10000"/>
              <a:gd name="connsiteY12" fmla="*/ 9906 h 10034"/>
              <a:gd name="connsiteX13" fmla="*/ 8685 w 10000"/>
              <a:gd name="connsiteY13" fmla="*/ 9811 h 10034"/>
              <a:gd name="connsiteX14" fmla="*/ 10000 w 10000"/>
              <a:gd name="connsiteY14" fmla="*/ 5283 h 10034"/>
              <a:gd name="connsiteX15" fmla="*/ 10000 w 10000"/>
              <a:gd name="connsiteY15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903 w 10000"/>
              <a:gd name="connsiteY8" fmla="*/ 10034 h 10034"/>
              <a:gd name="connsiteX9" fmla="*/ 8054 w 10000"/>
              <a:gd name="connsiteY9" fmla="*/ 10000 h 10034"/>
              <a:gd name="connsiteX10" fmla="*/ 8575 w 10000"/>
              <a:gd name="connsiteY10" fmla="*/ 10000 h 10034"/>
              <a:gd name="connsiteX11" fmla="*/ 8657 w 10000"/>
              <a:gd name="connsiteY11" fmla="*/ 9906 h 10034"/>
              <a:gd name="connsiteX12" fmla="*/ 8685 w 10000"/>
              <a:gd name="connsiteY12" fmla="*/ 9811 h 10034"/>
              <a:gd name="connsiteX13" fmla="*/ 10000 w 10000"/>
              <a:gd name="connsiteY13" fmla="*/ 5283 h 10034"/>
              <a:gd name="connsiteX14" fmla="*/ 10000 w 10000"/>
              <a:gd name="connsiteY14" fmla="*/ 4717 h 10034"/>
              <a:gd name="connsiteX0" fmla="*/ 9863 w 9863"/>
              <a:gd name="connsiteY0" fmla="*/ 4717 h 10034"/>
              <a:gd name="connsiteX1" fmla="*/ 8548 w 9863"/>
              <a:gd name="connsiteY1" fmla="*/ 189 h 10034"/>
              <a:gd name="connsiteX2" fmla="*/ 8520 w 9863"/>
              <a:gd name="connsiteY2" fmla="*/ 94 h 10034"/>
              <a:gd name="connsiteX3" fmla="*/ 8438 w 9863"/>
              <a:gd name="connsiteY3" fmla="*/ 0 h 10034"/>
              <a:gd name="connsiteX4" fmla="*/ 7917 w 9863"/>
              <a:gd name="connsiteY4" fmla="*/ 0 h 10034"/>
              <a:gd name="connsiteX5" fmla="*/ 742 w 9863"/>
              <a:gd name="connsiteY5" fmla="*/ 70 h 10034"/>
              <a:gd name="connsiteX6" fmla="*/ 0 w 9863"/>
              <a:gd name="connsiteY6" fmla="*/ 0 h 10034"/>
              <a:gd name="connsiteX7" fmla="*/ 766 w 9863"/>
              <a:gd name="connsiteY7" fmla="*/ 10034 h 10034"/>
              <a:gd name="connsiteX8" fmla="*/ 7917 w 9863"/>
              <a:gd name="connsiteY8" fmla="*/ 10000 h 10034"/>
              <a:gd name="connsiteX9" fmla="*/ 8438 w 9863"/>
              <a:gd name="connsiteY9" fmla="*/ 10000 h 10034"/>
              <a:gd name="connsiteX10" fmla="*/ 8520 w 9863"/>
              <a:gd name="connsiteY10" fmla="*/ 9906 h 10034"/>
              <a:gd name="connsiteX11" fmla="*/ 8548 w 9863"/>
              <a:gd name="connsiteY11" fmla="*/ 9811 h 10034"/>
              <a:gd name="connsiteX12" fmla="*/ 9863 w 9863"/>
              <a:gd name="connsiteY12" fmla="*/ 5283 h 10034"/>
              <a:gd name="connsiteX13" fmla="*/ 9863 w 9863"/>
              <a:gd name="connsiteY13" fmla="*/ 4717 h 10034"/>
              <a:gd name="connsiteX0" fmla="*/ 9248 w 9248"/>
              <a:gd name="connsiteY0" fmla="*/ 4701 h 10000"/>
              <a:gd name="connsiteX1" fmla="*/ 7915 w 9248"/>
              <a:gd name="connsiteY1" fmla="*/ 188 h 10000"/>
              <a:gd name="connsiteX2" fmla="*/ 7886 w 9248"/>
              <a:gd name="connsiteY2" fmla="*/ 94 h 10000"/>
              <a:gd name="connsiteX3" fmla="*/ 7803 w 9248"/>
              <a:gd name="connsiteY3" fmla="*/ 0 h 10000"/>
              <a:gd name="connsiteX4" fmla="*/ 7275 w 9248"/>
              <a:gd name="connsiteY4" fmla="*/ 0 h 10000"/>
              <a:gd name="connsiteX5" fmla="*/ 0 w 9248"/>
              <a:gd name="connsiteY5" fmla="*/ 70 h 10000"/>
              <a:gd name="connsiteX6" fmla="*/ 25 w 9248"/>
              <a:gd name="connsiteY6" fmla="*/ 10000 h 10000"/>
              <a:gd name="connsiteX7" fmla="*/ 7275 w 9248"/>
              <a:gd name="connsiteY7" fmla="*/ 9966 h 10000"/>
              <a:gd name="connsiteX8" fmla="*/ 7803 w 9248"/>
              <a:gd name="connsiteY8" fmla="*/ 9966 h 10000"/>
              <a:gd name="connsiteX9" fmla="*/ 7886 w 9248"/>
              <a:gd name="connsiteY9" fmla="*/ 9872 h 10000"/>
              <a:gd name="connsiteX10" fmla="*/ 7915 w 9248"/>
              <a:gd name="connsiteY10" fmla="*/ 9778 h 10000"/>
              <a:gd name="connsiteX11" fmla="*/ 9248 w 9248"/>
              <a:gd name="connsiteY11" fmla="*/ 5265 h 10000"/>
              <a:gd name="connsiteX12" fmla="*/ 9248 w 9248"/>
              <a:gd name="connsiteY12" fmla="*/ 4701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51435" tIns="25717" rIns="51435" bIns="25717" numCol="1" anchor="t" anchorCtr="0" compatLnSpc="1">
            <a:prstTxWarp prst="textNoShape">
              <a:avLst/>
            </a:prstTxWarp>
          </a:bodyPr>
          <a:lstStyle/>
          <a:p>
            <a:pPr defTabSz="543153"/>
            <a:endParaRPr lang="en-US" sz="803">
              <a:solidFill>
                <a:prstClr val="black"/>
              </a:solidFill>
            </a:endParaRPr>
          </a:p>
        </p:txBody>
      </p:sp>
      <p:sp>
        <p:nvSpPr>
          <p:cNvPr id="9" name="Freeform 11"/>
          <p:cNvSpPr>
            <a:spLocks/>
          </p:cNvSpPr>
          <p:nvPr userDrawn="1"/>
        </p:nvSpPr>
        <p:spPr bwMode="auto">
          <a:xfrm flipV="1">
            <a:off x="8256672" y="5370095"/>
            <a:ext cx="475370" cy="302395"/>
          </a:xfrm>
          <a:custGeom>
            <a:avLst/>
            <a:gdLst>
              <a:gd name="T0" fmla="*/ 365 w 367"/>
              <a:gd name="T1" fmla="*/ 50 h 106"/>
              <a:gd name="T2" fmla="*/ 317 w 367"/>
              <a:gd name="T3" fmla="*/ 2 h 106"/>
              <a:gd name="T4" fmla="*/ 316 w 367"/>
              <a:gd name="T5" fmla="*/ 1 h 106"/>
              <a:gd name="T6" fmla="*/ 313 w 367"/>
              <a:gd name="T7" fmla="*/ 0 h 106"/>
              <a:gd name="T8" fmla="*/ 294 w 367"/>
              <a:gd name="T9" fmla="*/ 0 h 106"/>
              <a:gd name="T10" fmla="*/ 5 w 367"/>
              <a:gd name="T11" fmla="*/ 0 h 106"/>
              <a:gd name="T12" fmla="*/ 0 w 367"/>
              <a:gd name="T13" fmla="*/ 0 h 106"/>
              <a:gd name="T14" fmla="*/ 0 w 367"/>
              <a:gd name="T15" fmla="*/ 5 h 106"/>
              <a:gd name="T16" fmla="*/ 0 w 367"/>
              <a:gd name="T17" fmla="*/ 100 h 106"/>
              <a:gd name="T18" fmla="*/ 0 w 367"/>
              <a:gd name="T19" fmla="*/ 106 h 106"/>
              <a:gd name="T20" fmla="*/ 5 w 367"/>
              <a:gd name="T21" fmla="*/ 106 h 106"/>
              <a:gd name="T22" fmla="*/ 294 w 367"/>
              <a:gd name="T23" fmla="*/ 106 h 106"/>
              <a:gd name="T24" fmla="*/ 313 w 367"/>
              <a:gd name="T25" fmla="*/ 106 h 106"/>
              <a:gd name="T26" fmla="*/ 316 w 367"/>
              <a:gd name="T27" fmla="*/ 105 h 106"/>
              <a:gd name="T28" fmla="*/ 317 w 367"/>
              <a:gd name="T29" fmla="*/ 104 h 106"/>
              <a:gd name="T30" fmla="*/ 365 w 367"/>
              <a:gd name="T31" fmla="*/ 56 h 106"/>
              <a:gd name="T32" fmla="*/ 365 w 367"/>
              <a:gd name="T33" fmla="*/ 50 h 106"/>
              <a:gd name="connsiteX0" fmla="*/ 9946 w 9946"/>
              <a:gd name="connsiteY0" fmla="*/ 4717 h 10000"/>
              <a:gd name="connsiteX1" fmla="*/ 8638 w 9946"/>
              <a:gd name="connsiteY1" fmla="*/ 189 h 10000"/>
              <a:gd name="connsiteX2" fmla="*/ 8610 w 9946"/>
              <a:gd name="connsiteY2" fmla="*/ 94 h 10000"/>
              <a:gd name="connsiteX3" fmla="*/ 8529 w 9946"/>
              <a:gd name="connsiteY3" fmla="*/ 0 h 10000"/>
              <a:gd name="connsiteX4" fmla="*/ 8011 w 9946"/>
              <a:gd name="connsiteY4" fmla="*/ 0 h 10000"/>
              <a:gd name="connsiteX5" fmla="*/ 874 w 9946"/>
              <a:gd name="connsiteY5" fmla="*/ 70 h 10000"/>
              <a:gd name="connsiteX6" fmla="*/ 136 w 9946"/>
              <a:gd name="connsiteY6" fmla="*/ 0 h 10000"/>
              <a:gd name="connsiteX7" fmla="*/ 0 w 9946"/>
              <a:gd name="connsiteY7" fmla="*/ 0 h 10000"/>
              <a:gd name="connsiteX8" fmla="*/ 0 w 9946"/>
              <a:gd name="connsiteY8" fmla="*/ 472 h 10000"/>
              <a:gd name="connsiteX9" fmla="*/ 0 w 9946"/>
              <a:gd name="connsiteY9" fmla="*/ 9434 h 10000"/>
              <a:gd name="connsiteX10" fmla="*/ 0 w 9946"/>
              <a:gd name="connsiteY10" fmla="*/ 10000 h 10000"/>
              <a:gd name="connsiteX11" fmla="*/ 136 w 9946"/>
              <a:gd name="connsiteY11" fmla="*/ 10000 h 10000"/>
              <a:gd name="connsiteX12" fmla="*/ 8011 w 9946"/>
              <a:gd name="connsiteY12" fmla="*/ 10000 h 10000"/>
              <a:gd name="connsiteX13" fmla="*/ 8529 w 9946"/>
              <a:gd name="connsiteY13" fmla="*/ 10000 h 10000"/>
              <a:gd name="connsiteX14" fmla="*/ 8610 w 9946"/>
              <a:gd name="connsiteY14" fmla="*/ 9906 h 10000"/>
              <a:gd name="connsiteX15" fmla="*/ 8638 w 9946"/>
              <a:gd name="connsiteY15" fmla="*/ 9811 h 10000"/>
              <a:gd name="connsiteX16" fmla="*/ 9946 w 9946"/>
              <a:gd name="connsiteY16" fmla="*/ 5283 h 10000"/>
              <a:gd name="connsiteX17" fmla="*/ 9946 w 9946"/>
              <a:gd name="connsiteY17" fmla="*/ 4717 h 10000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0 w 10000"/>
              <a:gd name="connsiteY10" fmla="*/ 10000 h 10034"/>
              <a:gd name="connsiteX11" fmla="*/ 137 w 10000"/>
              <a:gd name="connsiteY11" fmla="*/ 10000 h 10034"/>
              <a:gd name="connsiteX12" fmla="*/ 903 w 10000"/>
              <a:gd name="connsiteY12" fmla="*/ 10034 h 10034"/>
              <a:gd name="connsiteX13" fmla="*/ 8054 w 10000"/>
              <a:gd name="connsiteY13" fmla="*/ 10000 h 10034"/>
              <a:gd name="connsiteX14" fmla="*/ 8575 w 10000"/>
              <a:gd name="connsiteY14" fmla="*/ 10000 h 10034"/>
              <a:gd name="connsiteX15" fmla="*/ 8657 w 10000"/>
              <a:gd name="connsiteY15" fmla="*/ 9906 h 10034"/>
              <a:gd name="connsiteX16" fmla="*/ 8685 w 10000"/>
              <a:gd name="connsiteY16" fmla="*/ 9811 h 10034"/>
              <a:gd name="connsiteX17" fmla="*/ 10000 w 10000"/>
              <a:gd name="connsiteY17" fmla="*/ 5283 h 10034"/>
              <a:gd name="connsiteX18" fmla="*/ 10000 w 10000"/>
              <a:gd name="connsiteY18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0 w 10000"/>
              <a:gd name="connsiteY10" fmla="*/ 10000 h 10034"/>
              <a:gd name="connsiteX11" fmla="*/ 903 w 10000"/>
              <a:gd name="connsiteY11" fmla="*/ 10034 h 10034"/>
              <a:gd name="connsiteX12" fmla="*/ 8054 w 10000"/>
              <a:gd name="connsiteY12" fmla="*/ 10000 h 10034"/>
              <a:gd name="connsiteX13" fmla="*/ 8575 w 10000"/>
              <a:gd name="connsiteY13" fmla="*/ 10000 h 10034"/>
              <a:gd name="connsiteX14" fmla="*/ 8657 w 10000"/>
              <a:gd name="connsiteY14" fmla="*/ 9906 h 10034"/>
              <a:gd name="connsiteX15" fmla="*/ 8685 w 10000"/>
              <a:gd name="connsiteY15" fmla="*/ 9811 h 10034"/>
              <a:gd name="connsiteX16" fmla="*/ 10000 w 10000"/>
              <a:gd name="connsiteY16" fmla="*/ 5283 h 10034"/>
              <a:gd name="connsiteX17" fmla="*/ 10000 w 10000"/>
              <a:gd name="connsiteY17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903 w 10000"/>
              <a:gd name="connsiteY10" fmla="*/ 10034 h 10034"/>
              <a:gd name="connsiteX11" fmla="*/ 8054 w 10000"/>
              <a:gd name="connsiteY11" fmla="*/ 10000 h 10034"/>
              <a:gd name="connsiteX12" fmla="*/ 8575 w 10000"/>
              <a:gd name="connsiteY12" fmla="*/ 10000 h 10034"/>
              <a:gd name="connsiteX13" fmla="*/ 8657 w 10000"/>
              <a:gd name="connsiteY13" fmla="*/ 9906 h 10034"/>
              <a:gd name="connsiteX14" fmla="*/ 8685 w 10000"/>
              <a:gd name="connsiteY14" fmla="*/ 9811 h 10034"/>
              <a:gd name="connsiteX15" fmla="*/ 10000 w 10000"/>
              <a:gd name="connsiteY15" fmla="*/ 5283 h 10034"/>
              <a:gd name="connsiteX16" fmla="*/ 10000 w 10000"/>
              <a:gd name="connsiteY16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903 w 10000"/>
              <a:gd name="connsiteY9" fmla="*/ 10034 h 10034"/>
              <a:gd name="connsiteX10" fmla="*/ 8054 w 10000"/>
              <a:gd name="connsiteY10" fmla="*/ 10000 h 10034"/>
              <a:gd name="connsiteX11" fmla="*/ 8575 w 10000"/>
              <a:gd name="connsiteY11" fmla="*/ 10000 h 10034"/>
              <a:gd name="connsiteX12" fmla="*/ 8657 w 10000"/>
              <a:gd name="connsiteY12" fmla="*/ 9906 h 10034"/>
              <a:gd name="connsiteX13" fmla="*/ 8685 w 10000"/>
              <a:gd name="connsiteY13" fmla="*/ 9811 h 10034"/>
              <a:gd name="connsiteX14" fmla="*/ 10000 w 10000"/>
              <a:gd name="connsiteY14" fmla="*/ 5283 h 10034"/>
              <a:gd name="connsiteX15" fmla="*/ 10000 w 10000"/>
              <a:gd name="connsiteY15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903 w 10000"/>
              <a:gd name="connsiteY8" fmla="*/ 10034 h 10034"/>
              <a:gd name="connsiteX9" fmla="*/ 8054 w 10000"/>
              <a:gd name="connsiteY9" fmla="*/ 10000 h 10034"/>
              <a:gd name="connsiteX10" fmla="*/ 8575 w 10000"/>
              <a:gd name="connsiteY10" fmla="*/ 10000 h 10034"/>
              <a:gd name="connsiteX11" fmla="*/ 8657 w 10000"/>
              <a:gd name="connsiteY11" fmla="*/ 9906 h 10034"/>
              <a:gd name="connsiteX12" fmla="*/ 8685 w 10000"/>
              <a:gd name="connsiteY12" fmla="*/ 9811 h 10034"/>
              <a:gd name="connsiteX13" fmla="*/ 10000 w 10000"/>
              <a:gd name="connsiteY13" fmla="*/ 5283 h 10034"/>
              <a:gd name="connsiteX14" fmla="*/ 10000 w 10000"/>
              <a:gd name="connsiteY14" fmla="*/ 4717 h 10034"/>
              <a:gd name="connsiteX0" fmla="*/ 9863 w 9863"/>
              <a:gd name="connsiteY0" fmla="*/ 4717 h 10034"/>
              <a:gd name="connsiteX1" fmla="*/ 8548 w 9863"/>
              <a:gd name="connsiteY1" fmla="*/ 189 h 10034"/>
              <a:gd name="connsiteX2" fmla="*/ 8520 w 9863"/>
              <a:gd name="connsiteY2" fmla="*/ 94 h 10034"/>
              <a:gd name="connsiteX3" fmla="*/ 8438 w 9863"/>
              <a:gd name="connsiteY3" fmla="*/ 0 h 10034"/>
              <a:gd name="connsiteX4" fmla="*/ 7917 w 9863"/>
              <a:gd name="connsiteY4" fmla="*/ 0 h 10034"/>
              <a:gd name="connsiteX5" fmla="*/ 742 w 9863"/>
              <a:gd name="connsiteY5" fmla="*/ 70 h 10034"/>
              <a:gd name="connsiteX6" fmla="*/ 0 w 9863"/>
              <a:gd name="connsiteY6" fmla="*/ 0 h 10034"/>
              <a:gd name="connsiteX7" fmla="*/ 766 w 9863"/>
              <a:gd name="connsiteY7" fmla="*/ 10034 h 10034"/>
              <a:gd name="connsiteX8" fmla="*/ 7917 w 9863"/>
              <a:gd name="connsiteY8" fmla="*/ 10000 h 10034"/>
              <a:gd name="connsiteX9" fmla="*/ 8438 w 9863"/>
              <a:gd name="connsiteY9" fmla="*/ 10000 h 10034"/>
              <a:gd name="connsiteX10" fmla="*/ 8520 w 9863"/>
              <a:gd name="connsiteY10" fmla="*/ 9906 h 10034"/>
              <a:gd name="connsiteX11" fmla="*/ 8548 w 9863"/>
              <a:gd name="connsiteY11" fmla="*/ 9811 h 10034"/>
              <a:gd name="connsiteX12" fmla="*/ 9863 w 9863"/>
              <a:gd name="connsiteY12" fmla="*/ 5283 h 10034"/>
              <a:gd name="connsiteX13" fmla="*/ 9863 w 9863"/>
              <a:gd name="connsiteY13" fmla="*/ 4717 h 10034"/>
              <a:gd name="connsiteX0" fmla="*/ 9248 w 9248"/>
              <a:gd name="connsiteY0" fmla="*/ 4701 h 10000"/>
              <a:gd name="connsiteX1" fmla="*/ 7915 w 9248"/>
              <a:gd name="connsiteY1" fmla="*/ 188 h 10000"/>
              <a:gd name="connsiteX2" fmla="*/ 7886 w 9248"/>
              <a:gd name="connsiteY2" fmla="*/ 94 h 10000"/>
              <a:gd name="connsiteX3" fmla="*/ 7803 w 9248"/>
              <a:gd name="connsiteY3" fmla="*/ 0 h 10000"/>
              <a:gd name="connsiteX4" fmla="*/ 7275 w 9248"/>
              <a:gd name="connsiteY4" fmla="*/ 0 h 10000"/>
              <a:gd name="connsiteX5" fmla="*/ 0 w 9248"/>
              <a:gd name="connsiteY5" fmla="*/ 70 h 10000"/>
              <a:gd name="connsiteX6" fmla="*/ 25 w 9248"/>
              <a:gd name="connsiteY6" fmla="*/ 10000 h 10000"/>
              <a:gd name="connsiteX7" fmla="*/ 7275 w 9248"/>
              <a:gd name="connsiteY7" fmla="*/ 9966 h 10000"/>
              <a:gd name="connsiteX8" fmla="*/ 7803 w 9248"/>
              <a:gd name="connsiteY8" fmla="*/ 9966 h 10000"/>
              <a:gd name="connsiteX9" fmla="*/ 7886 w 9248"/>
              <a:gd name="connsiteY9" fmla="*/ 9872 h 10000"/>
              <a:gd name="connsiteX10" fmla="*/ 7915 w 9248"/>
              <a:gd name="connsiteY10" fmla="*/ 9778 h 10000"/>
              <a:gd name="connsiteX11" fmla="*/ 9248 w 9248"/>
              <a:gd name="connsiteY11" fmla="*/ 5265 h 10000"/>
              <a:gd name="connsiteX12" fmla="*/ 9248 w 9248"/>
              <a:gd name="connsiteY12" fmla="*/ 4701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59436" tIns="29718" rIns="59436" bIns="29718" numCol="1" anchor="t" anchorCtr="0" compatLnSpc="1">
            <a:prstTxWarp prst="textNoShape">
              <a:avLst/>
            </a:prstTxWarp>
          </a:bodyPr>
          <a:lstStyle/>
          <a:p>
            <a:endParaRPr lang="en-US" sz="1170"/>
          </a:p>
        </p:txBody>
      </p:sp>
      <p:sp>
        <p:nvSpPr>
          <p:cNvPr id="10" name="TextBox 9"/>
          <p:cNvSpPr txBox="1"/>
          <p:nvPr userDrawn="1"/>
        </p:nvSpPr>
        <p:spPr>
          <a:xfrm>
            <a:off x="8152482" y="5370097"/>
            <a:ext cx="579565" cy="3303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9719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31724"/>
            <a:ext cx="4040188" cy="453168"/>
          </a:xfrm>
        </p:spPr>
        <p:txBody>
          <a:bodyPr anchor="b">
            <a:normAutofit/>
          </a:bodyPr>
          <a:lstStyle>
            <a:lvl1pPr marL="0" indent="0">
              <a:buNone/>
              <a:defRPr sz="1125" b="1"/>
            </a:lvl1pPr>
            <a:lvl2pPr marL="257175" indent="0">
              <a:buNone/>
              <a:defRPr sz="1125" b="1"/>
            </a:lvl2pPr>
            <a:lvl3pPr marL="514349" indent="0">
              <a:buNone/>
              <a:defRPr sz="1013" b="1"/>
            </a:lvl3pPr>
            <a:lvl4pPr marL="771524" indent="0">
              <a:buNone/>
              <a:defRPr sz="901" b="1"/>
            </a:lvl4pPr>
            <a:lvl5pPr marL="1028698" indent="0">
              <a:buNone/>
              <a:defRPr sz="901" b="1"/>
            </a:lvl5pPr>
            <a:lvl6pPr marL="1285873" indent="0">
              <a:buNone/>
              <a:defRPr sz="901" b="1"/>
            </a:lvl6pPr>
            <a:lvl7pPr marL="1543048" indent="0">
              <a:buNone/>
              <a:defRPr sz="901" b="1"/>
            </a:lvl7pPr>
            <a:lvl8pPr marL="1800223" indent="0">
              <a:buNone/>
              <a:defRPr sz="901" b="1"/>
            </a:lvl8pPr>
            <a:lvl9pPr marL="2057397" indent="0">
              <a:buNone/>
              <a:defRPr sz="901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84891"/>
            <a:ext cx="4040188" cy="3424450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1"/>
            </a:lvl4pPr>
            <a:lvl5pPr>
              <a:defRPr sz="901"/>
            </a:lvl5pPr>
            <a:lvl6pPr>
              <a:defRPr sz="901"/>
            </a:lvl6pPr>
            <a:lvl7pPr>
              <a:defRPr sz="901"/>
            </a:lvl7pPr>
            <a:lvl8pPr>
              <a:defRPr sz="901"/>
            </a:lvl8pPr>
            <a:lvl9pPr>
              <a:defRPr sz="901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431724"/>
            <a:ext cx="4041775" cy="453168"/>
          </a:xfrm>
        </p:spPr>
        <p:txBody>
          <a:bodyPr anchor="b">
            <a:normAutofit/>
          </a:bodyPr>
          <a:lstStyle>
            <a:lvl1pPr marL="0" indent="0">
              <a:buNone/>
              <a:defRPr sz="1125" b="1"/>
            </a:lvl1pPr>
            <a:lvl2pPr marL="257175" indent="0">
              <a:buNone/>
              <a:defRPr sz="1125" b="1"/>
            </a:lvl2pPr>
            <a:lvl3pPr marL="514349" indent="0">
              <a:buNone/>
              <a:defRPr sz="1013" b="1"/>
            </a:lvl3pPr>
            <a:lvl4pPr marL="771524" indent="0">
              <a:buNone/>
              <a:defRPr sz="901" b="1"/>
            </a:lvl4pPr>
            <a:lvl5pPr marL="1028698" indent="0">
              <a:buNone/>
              <a:defRPr sz="901" b="1"/>
            </a:lvl5pPr>
            <a:lvl6pPr marL="1285873" indent="0">
              <a:buNone/>
              <a:defRPr sz="901" b="1"/>
            </a:lvl6pPr>
            <a:lvl7pPr marL="1543048" indent="0">
              <a:buNone/>
              <a:defRPr sz="901" b="1"/>
            </a:lvl7pPr>
            <a:lvl8pPr marL="1800223" indent="0">
              <a:buNone/>
              <a:defRPr sz="901" b="1"/>
            </a:lvl8pPr>
            <a:lvl9pPr marL="2057397" indent="0">
              <a:buNone/>
              <a:defRPr sz="901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884891"/>
            <a:ext cx="4041775" cy="3424450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1"/>
            </a:lvl4pPr>
            <a:lvl5pPr>
              <a:defRPr sz="901"/>
            </a:lvl5pPr>
            <a:lvl6pPr>
              <a:defRPr sz="901"/>
            </a:lvl6pPr>
            <a:lvl7pPr>
              <a:defRPr sz="901"/>
            </a:lvl7pPr>
            <a:lvl8pPr>
              <a:defRPr sz="901"/>
            </a:lvl8pPr>
            <a:lvl9pPr>
              <a:defRPr sz="901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0FC7B-5044-DE40-9EF1-4B21023D85EE}" type="datetime1">
              <a:rPr lang="en-US" smtClean="0">
                <a:solidFill>
                  <a:prstClr val="white"/>
                </a:solidFill>
              </a:rPr>
              <a:pPr/>
              <a:t>11/25/2016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910" smtClean="0"/>
              <a:pPr/>
              <a:t>‹#›</a:t>
            </a:fld>
            <a:endParaRPr lang="en-US" sz="910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8152482" y="5370097"/>
            <a:ext cx="579565" cy="3303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800795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C67D2-079C-6745-A936-43BC6E106AD5}" type="datetime1">
              <a:rPr lang="en-US" smtClean="0">
                <a:solidFill>
                  <a:prstClr val="white"/>
                </a:solidFill>
              </a:rPr>
              <a:pPr/>
              <a:t>11/25/2016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910" smtClean="0"/>
              <a:pPr/>
              <a:t>‹#›</a:t>
            </a:fld>
            <a:endParaRPr lang="en-US" sz="910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8152482" y="5370097"/>
            <a:ext cx="579565" cy="3303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551341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D40BE-C346-4746-AF7E-3493C08330BD}" type="datetime1">
              <a:rPr lang="en-US" smtClean="0">
                <a:solidFill>
                  <a:prstClr val="white"/>
                </a:solidFill>
              </a:rPr>
              <a:pPr/>
              <a:t>11/25/2016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910" smtClean="0"/>
              <a:pPr/>
              <a:t>‹#›</a:t>
            </a:fld>
            <a:endParaRPr lang="en-US" sz="910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8152482" y="5370097"/>
            <a:ext cx="579565" cy="3303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683287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937895"/>
            <a:ext cx="3008313" cy="1007110"/>
          </a:xfrm>
        </p:spPr>
        <p:txBody>
          <a:bodyPr anchor="b"/>
          <a:lstStyle>
            <a:lvl1pPr algn="l">
              <a:defRPr sz="1125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937896"/>
            <a:ext cx="5111750" cy="4371447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945007"/>
            <a:ext cx="3008313" cy="3364337"/>
          </a:xfrm>
        </p:spPr>
        <p:txBody>
          <a:bodyPr/>
          <a:lstStyle>
            <a:lvl1pPr marL="0" indent="0">
              <a:buNone/>
              <a:defRPr sz="787"/>
            </a:lvl1pPr>
            <a:lvl2pPr marL="257175" indent="0">
              <a:buNone/>
              <a:defRPr sz="675"/>
            </a:lvl2pPr>
            <a:lvl3pPr marL="514349" indent="0">
              <a:buNone/>
              <a:defRPr sz="562"/>
            </a:lvl3pPr>
            <a:lvl4pPr marL="771524" indent="0">
              <a:buNone/>
              <a:defRPr sz="506"/>
            </a:lvl4pPr>
            <a:lvl5pPr marL="1028698" indent="0">
              <a:buNone/>
              <a:defRPr sz="506"/>
            </a:lvl5pPr>
            <a:lvl6pPr marL="1285873" indent="0">
              <a:buNone/>
              <a:defRPr sz="506"/>
            </a:lvl6pPr>
            <a:lvl7pPr marL="1543048" indent="0">
              <a:buNone/>
              <a:defRPr sz="506"/>
            </a:lvl7pPr>
            <a:lvl8pPr marL="1800223" indent="0">
              <a:buNone/>
              <a:defRPr sz="506"/>
            </a:lvl8pPr>
            <a:lvl9pPr marL="2057397" indent="0">
              <a:buNone/>
              <a:defRPr sz="506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3A1EC-0728-0C41-ABCE-875DE802A9AF}" type="datetime1">
              <a:rPr lang="en-US" smtClean="0">
                <a:solidFill>
                  <a:prstClr val="white"/>
                </a:solidFill>
              </a:rPr>
              <a:pPr/>
              <a:t>11/25/2016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910" smtClean="0"/>
              <a:pPr/>
              <a:t>‹#›</a:t>
            </a:fld>
            <a:endParaRPr lang="en-US" sz="910" dirty="0"/>
          </a:p>
        </p:txBody>
      </p:sp>
    </p:spTree>
    <p:extLst>
      <p:ext uri="{BB962C8B-B14F-4D97-AF65-F5344CB8AC3E}">
        <p14:creationId xmlns:p14="http://schemas.microsoft.com/office/powerpoint/2010/main" val="366173102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160521"/>
            <a:ext cx="5486400" cy="491173"/>
          </a:xfrm>
        </p:spPr>
        <p:txBody>
          <a:bodyPr anchor="b"/>
          <a:lstStyle>
            <a:lvl1pPr algn="l">
              <a:defRPr sz="1125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837607"/>
            <a:ext cx="5486400" cy="3259625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49" indent="0">
              <a:buNone/>
              <a:defRPr sz="1350"/>
            </a:lvl3pPr>
            <a:lvl4pPr marL="771524" indent="0">
              <a:buNone/>
              <a:defRPr sz="1125"/>
            </a:lvl4pPr>
            <a:lvl5pPr marL="1028698" indent="0">
              <a:buNone/>
              <a:defRPr sz="1125"/>
            </a:lvl5pPr>
            <a:lvl6pPr marL="1285873" indent="0">
              <a:buNone/>
              <a:defRPr sz="1125"/>
            </a:lvl6pPr>
            <a:lvl7pPr marL="1543048" indent="0">
              <a:buNone/>
              <a:defRPr sz="1125"/>
            </a:lvl7pPr>
            <a:lvl8pPr marL="1800223" indent="0">
              <a:buNone/>
              <a:defRPr sz="1125"/>
            </a:lvl8pPr>
            <a:lvl9pPr marL="2057397" indent="0">
              <a:buNone/>
              <a:defRPr sz="1125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651694"/>
            <a:ext cx="5486400" cy="697547"/>
          </a:xfrm>
        </p:spPr>
        <p:txBody>
          <a:bodyPr/>
          <a:lstStyle>
            <a:lvl1pPr marL="0" indent="0">
              <a:buNone/>
              <a:defRPr sz="787"/>
            </a:lvl1pPr>
            <a:lvl2pPr marL="257175" indent="0">
              <a:buNone/>
              <a:defRPr sz="675"/>
            </a:lvl2pPr>
            <a:lvl3pPr marL="514349" indent="0">
              <a:buNone/>
              <a:defRPr sz="562"/>
            </a:lvl3pPr>
            <a:lvl4pPr marL="771524" indent="0">
              <a:buNone/>
              <a:defRPr sz="506"/>
            </a:lvl4pPr>
            <a:lvl5pPr marL="1028698" indent="0">
              <a:buNone/>
              <a:defRPr sz="506"/>
            </a:lvl5pPr>
            <a:lvl6pPr marL="1285873" indent="0">
              <a:buNone/>
              <a:defRPr sz="506"/>
            </a:lvl6pPr>
            <a:lvl7pPr marL="1543048" indent="0">
              <a:buNone/>
              <a:defRPr sz="506"/>
            </a:lvl7pPr>
            <a:lvl8pPr marL="1800223" indent="0">
              <a:buNone/>
              <a:defRPr sz="506"/>
            </a:lvl8pPr>
            <a:lvl9pPr marL="2057397" indent="0">
              <a:buNone/>
              <a:defRPr sz="506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1E869-144A-2342-8662-45B9046CCDA7}" type="datetime1">
              <a:rPr lang="en-US" smtClean="0">
                <a:solidFill>
                  <a:prstClr val="white"/>
                </a:solidFill>
              </a:rPr>
              <a:pPr/>
              <a:t>11/25/2016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910" smtClean="0"/>
              <a:pPr/>
              <a:t>‹#›</a:t>
            </a:fld>
            <a:endParaRPr lang="en-US" sz="910" dirty="0"/>
          </a:p>
        </p:txBody>
      </p:sp>
    </p:spTree>
    <p:extLst>
      <p:ext uri="{BB962C8B-B14F-4D97-AF65-F5344CB8AC3E}">
        <p14:creationId xmlns:p14="http://schemas.microsoft.com/office/powerpoint/2010/main" val="4173369585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B61A7-E2FC-4841-8D50-D99D90597A6B}" type="datetime1">
              <a:rPr lang="en-US" smtClean="0">
                <a:solidFill>
                  <a:prstClr val="white"/>
                </a:solidFill>
              </a:rPr>
              <a:pPr/>
              <a:t>11/25/2016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910" smtClean="0"/>
              <a:pPr/>
              <a:t>‹#›</a:t>
            </a:fld>
            <a:endParaRPr lang="en-US" sz="910" dirty="0"/>
          </a:p>
        </p:txBody>
      </p:sp>
    </p:spTree>
    <p:extLst>
      <p:ext uri="{BB962C8B-B14F-4D97-AF65-F5344CB8AC3E}">
        <p14:creationId xmlns:p14="http://schemas.microsoft.com/office/powerpoint/2010/main" val="3664063870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827867"/>
            <a:ext cx="2057400" cy="448147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827867"/>
            <a:ext cx="6019800" cy="448147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FE0F7-F64C-4E48-A724-F85AC4A61B60}" type="datetime1">
              <a:rPr lang="en-US" smtClean="0">
                <a:solidFill>
                  <a:prstClr val="white"/>
                </a:solidFill>
              </a:rPr>
              <a:pPr/>
              <a:t>11/25/2016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910" smtClean="0"/>
              <a:pPr/>
              <a:t>‹#›</a:t>
            </a:fld>
            <a:endParaRPr lang="en-US" sz="910" dirty="0"/>
          </a:p>
        </p:txBody>
      </p:sp>
    </p:spTree>
    <p:extLst>
      <p:ext uri="{BB962C8B-B14F-4D97-AF65-F5344CB8AC3E}">
        <p14:creationId xmlns:p14="http://schemas.microsoft.com/office/powerpoint/2010/main" val="4221342857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54632" y="1390315"/>
            <a:ext cx="3441127" cy="3767199"/>
          </a:xfrm>
        </p:spPr>
        <p:txBody>
          <a:bodyPr>
            <a:normAutofit/>
          </a:bodyPr>
          <a:lstStyle>
            <a:lvl1pPr>
              <a:defRPr sz="1013"/>
            </a:lvl1pPr>
            <a:lvl2pPr>
              <a:defRPr sz="901"/>
            </a:lvl2pPr>
            <a:lvl3pPr>
              <a:defRPr sz="787"/>
            </a:lvl3pPr>
            <a:lvl4pPr>
              <a:defRPr sz="675"/>
            </a:lvl4pPr>
            <a:lvl5pPr>
              <a:defRPr sz="675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12581" y="1383922"/>
            <a:ext cx="3441127" cy="3767199"/>
          </a:xfrm>
        </p:spPr>
        <p:txBody>
          <a:bodyPr>
            <a:normAutofit/>
          </a:bodyPr>
          <a:lstStyle>
            <a:lvl1pPr>
              <a:defRPr sz="1013"/>
            </a:lvl1pPr>
            <a:lvl2pPr>
              <a:defRPr sz="901"/>
            </a:lvl2pPr>
            <a:lvl3pPr>
              <a:defRPr sz="787"/>
            </a:lvl3pPr>
            <a:lvl4pPr>
              <a:defRPr sz="675"/>
            </a:lvl4pPr>
            <a:lvl5pPr>
              <a:defRPr sz="675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Freeform 11"/>
          <p:cNvSpPr>
            <a:spLocks/>
          </p:cNvSpPr>
          <p:nvPr/>
        </p:nvSpPr>
        <p:spPr bwMode="auto">
          <a:xfrm flipV="1">
            <a:off x="8256673" y="5370096"/>
            <a:ext cx="475370" cy="302395"/>
          </a:xfrm>
          <a:custGeom>
            <a:avLst/>
            <a:gdLst>
              <a:gd name="T0" fmla="*/ 365 w 367"/>
              <a:gd name="T1" fmla="*/ 50 h 106"/>
              <a:gd name="T2" fmla="*/ 317 w 367"/>
              <a:gd name="T3" fmla="*/ 2 h 106"/>
              <a:gd name="T4" fmla="*/ 316 w 367"/>
              <a:gd name="T5" fmla="*/ 1 h 106"/>
              <a:gd name="T6" fmla="*/ 313 w 367"/>
              <a:gd name="T7" fmla="*/ 0 h 106"/>
              <a:gd name="T8" fmla="*/ 294 w 367"/>
              <a:gd name="T9" fmla="*/ 0 h 106"/>
              <a:gd name="T10" fmla="*/ 5 w 367"/>
              <a:gd name="T11" fmla="*/ 0 h 106"/>
              <a:gd name="T12" fmla="*/ 0 w 367"/>
              <a:gd name="T13" fmla="*/ 0 h 106"/>
              <a:gd name="T14" fmla="*/ 0 w 367"/>
              <a:gd name="T15" fmla="*/ 5 h 106"/>
              <a:gd name="T16" fmla="*/ 0 w 367"/>
              <a:gd name="T17" fmla="*/ 100 h 106"/>
              <a:gd name="T18" fmla="*/ 0 w 367"/>
              <a:gd name="T19" fmla="*/ 106 h 106"/>
              <a:gd name="T20" fmla="*/ 5 w 367"/>
              <a:gd name="T21" fmla="*/ 106 h 106"/>
              <a:gd name="T22" fmla="*/ 294 w 367"/>
              <a:gd name="T23" fmla="*/ 106 h 106"/>
              <a:gd name="T24" fmla="*/ 313 w 367"/>
              <a:gd name="T25" fmla="*/ 106 h 106"/>
              <a:gd name="T26" fmla="*/ 316 w 367"/>
              <a:gd name="T27" fmla="*/ 105 h 106"/>
              <a:gd name="T28" fmla="*/ 317 w 367"/>
              <a:gd name="T29" fmla="*/ 104 h 106"/>
              <a:gd name="T30" fmla="*/ 365 w 367"/>
              <a:gd name="T31" fmla="*/ 56 h 106"/>
              <a:gd name="T32" fmla="*/ 365 w 367"/>
              <a:gd name="T33" fmla="*/ 50 h 106"/>
              <a:gd name="connsiteX0" fmla="*/ 9946 w 9946"/>
              <a:gd name="connsiteY0" fmla="*/ 4717 h 10000"/>
              <a:gd name="connsiteX1" fmla="*/ 8638 w 9946"/>
              <a:gd name="connsiteY1" fmla="*/ 189 h 10000"/>
              <a:gd name="connsiteX2" fmla="*/ 8610 w 9946"/>
              <a:gd name="connsiteY2" fmla="*/ 94 h 10000"/>
              <a:gd name="connsiteX3" fmla="*/ 8529 w 9946"/>
              <a:gd name="connsiteY3" fmla="*/ 0 h 10000"/>
              <a:gd name="connsiteX4" fmla="*/ 8011 w 9946"/>
              <a:gd name="connsiteY4" fmla="*/ 0 h 10000"/>
              <a:gd name="connsiteX5" fmla="*/ 874 w 9946"/>
              <a:gd name="connsiteY5" fmla="*/ 70 h 10000"/>
              <a:gd name="connsiteX6" fmla="*/ 136 w 9946"/>
              <a:gd name="connsiteY6" fmla="*/ 0 h 10000"/>
              <a:gd name="connsiteX7" fmla="*/ 0 w 9946"/>
              <a:gd name="connsiteY7" fmla="*/ 0 h 10000"/>
              <a:gd name="connsiteX8" fmla="*/ 0 w 9946"/>
              <a:gd name="connsiteY8" fmla="*/ 472 h 10000"/>
              <a:gd name="connsiteX9" fmla="*/ 0 w 9946"/>
              <a:gd name="connsiteY9" fmla="*/ 9434 h 10000"/>
              <a:gd name="connsiteX10" fmla="*/ 0 w 9946"/>
              <a:gd name="connsiteY10" fmla="*/ 10000 h 10000"/>
              <a:gd name="connsiteX11" fmla="*/ 136 w 9946"/>
              <a:gd name="connsiteY11" fmla="*/ 10000 h 10000"/>
              <a:gd name="connsiteX12" fmla="*/ 8011 w 9946"/>
              <a:gd name="connsiteY12" fmla="*/ 10000 h 10000"/>
              <a:gd name="connsiteX13" fmla="*/ 8529 w 9946"/>
              <a:gd name="connsiteY13" fmla="*/ 10000 h 10000"/>
              <a:gd name="connsiteX14" fmla="*/ 8610 w 9946"/>
              <a:gd name="connsiteY14" fmla="*/ 9906 h 10000"/>
              <a:gd name="connsiteX15" fmla="*/ 8638 w 9946"/>
              <a:gd name="connsiteY15" fmla="*/ 9811 h 10000"/>
              <a:gd name="connsiteX16" fmla="*/ 9946 w 9946"/>
              <a:gd name="connsiteY16" fmla="*/ 5283 h 10000"/>
              <a:gd name="connsiteX17" fmla="*/ 9946 w 9946"/>
              <a:gd name="connsiteY17" fmla="*/ 4717 h 10000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0 w 10000"/>
              <a:gd name="connsiteY10" fmla="*/ 10000 h 10034"/>
              <a:gd name="connsiteX11" fmla="*/ 137 w 10000"/>
              <a:gd name="connsiteY11" fmla="*/ 10000 h 10034"/>
              <a:gd name="connsiteX12" fmla="*/ 903 w 10000"/>
              <a:gd name="connsiteY12" fmla="*/ 10034 h 10034"/>
              <a:gd name="connsiteX13" fmla="*/ 8054 w 10000"/>
              <a:gd name="connsiteY13" fmla="*/ 10000 h 10034"/>
              <a:gd name="connsiteX14" fmla="*/ 8575 w 10000"/>
              <a:gd name="connsiteY14" fmla="*/ 10000 h 10034"/>
              <a:gd name="connsiteX15" fmla="*/ 8657 w 10000"/>
              <a:gd name="connsiteY15" fmla="*/ 9906 h 10034"/>
              <a:gd name="connsiteX16" fmla="*/ 8685 w 10000"/>
              <a:gd name="connsiteY16" fmla="*/ 9811 h 10034"/>
              <a:gd name="connsiteX17" fmla="*/ 10000 w 10000"/>
              <a:gd name="connsiteY17" fmla="*/ 5283 h 10034"/>
              <a:gd name="connsiteX18" fmla="*/ 10000 w 10000"/>
              <a:gd name="connsiteY18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0 w 10000"/>
              <a:gd name="connsiteY10" fmla="*/ 10000 h 10034"/>
              <a:gd name="connsiteX11" fmla="*/ 903 w 10000"/>
              <a:gd name="connsiteY11" fmla="*/ 10034 h 10034"/>
              <a:gd name="connsiteX12" fmla="*/ 8054 w 10000"/>
              <a:gd name="connsiteY12" fmla="*/ 10000 h 10034"/>
              <a:gd name="connsiteX13" fmla="*/ 8575 w 10000"/>
              <a:gd name="connsiteY13" fmla="*/ 10000 h 10034"/>
              <a:gd name="connsiteX14" fmla="*/ 8657 w 10000"/>
              <a:gd name="connsiteY14" fmla="*/ 9906 h 10034"/>
              <a:gd name="connsiteX15" fmla="*/ 8685 w 10000"/>
              <a:gd name="connsiteY15" fmla="*/ 9811 h 10034"/>
              <a:gd name="connsiteX16" fmla="*/ 10000 w 10000"/>
              <a:gd name="connsiteY16" fmla="*/ 5283 h 10034"/>
              <a:gd name="connsiteX17" fmla="*/ 10000 w 10000"/>
              <a:gd name="connsiteY17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903 w 10000"/>
              <a:gd name="connsiteY10" fmla="*/ 10034 h 10034"/>
              <a:gd name="connsiteX11" fmla="*/ 8054 w 10000"/>
              <a:gd name="connsiteY11" fmla="*/ 10000 h 10034"/>
              <a:gd name="connsiteX12" fmla="*/ 8575 w 10000"/>
              <a:gd name="connsiteY12" fmla="*/ 10000 h 10034"/>
              <a:gd name="connsiteX13" fmla="*/ 8657 w 10000"/>
              <a:gd name="connsiteY13" fmla="*/ 9906 h 10034"/>
              <a:gd name="connsiteX14" fmla="*/ 8685 w 10000"/>
              <a:gd name="connsiteY14" fmla="*/ 9811 h 10034"/>
              <a:gd name="connsiteX15" fmla="*/ 10000 w 10000"/>
              <a:gd name="connsiteY15" fmla="*/ 5283 h 10034"/>
              <a:gd name="connsiteX16" fmla="*/ 10000 w 10000"/>
              <a:gd name="connsiteY16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903 w 10000"/>
              <a:gd name="connsiteY9" fmla="*/ 10034 h 10034"/>
              <a:gd name="connsiteX10" fmla="*/ 8054 w 10000"/>
              <a:gd name="connsiteY10" fmla="*/ 10000 h 10034"/>
              <a:gd name="connsiteX11" fmla="*/ 8575 w 10000"/>
              <a:gd name="connsiteY11" fmla="*/ 10000 h 10034"/>
              <a:gd name="connsiteX12" fmla="*/ 8657 w 10000"/>
              <a:gd name="connsiteY12" fmla="*/ 9906 h 10034"/>
              <a:gd name="connsiteX13" fmla="*/ 8685 w 10000"/>
              <a:gd name="connsiteY13" fmla="*/ 9811 h 10034"/>
              <a:gd name="connsiteX14" fmla="*/ 10000 w 10000"/>
              <a:gd name="connsiteY14" fmla="*/ 5283 h 10034"/>
              <a:gd name="connsiteX15" fmla="*/ 10000 w 10000"/>
              <a:gd name="connsiteY15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903 w 10000"/>
              <a:gd name="connsiteY8" fmla="*/ 10034 h 10034"/>
              <a:gd name="connsiteX9" fmla="*/ 8054 w 10000"/>
              <a:gd name="connsiteY9" fmla="*/ 10000 h 10034"/>
              <a:gd name="connsiteX10" fmla="*/ 8575 w 10000"/>
              <a:gd name="connsiteY10" fmla="*/ 10000 h 10034"/>
              <a:gd name="connsiteX11" fmla="*/ 8657 w 10000"/>
              <a:gd name="connsiteY11" fmla="*/ 9906 h 10034"/>
              <a:gd name="connsiteX12" fmla="*/ 8685 w 10000"/>
              <a:gd name="connsiteY12" fmla="*/ 9811 h 10034"/>
              <a:gd name="connsiteX13" fmla="*/ 10000 w 10000"/>
              <a:gd name="connsiteY13" fmla="*/ 5283 h 10034"/>
              <a:gd name="connsiteX14" fmla="*/ 10000 w 10000"/>
              <a:gd name="connsiteY14" fmla="*/ 4717 h 10034"/>
              <a:gd name="connsiteX0" fmla="*/ 9863 w 9863"/>
              <a:gd name="connsiteY0" fmla="*/ 4717 h 10034"/>
              <a:gd name="connsiteX1" fmla="*/ 8548 w 9863"/>
              <a:gd name="connsiteY1" fmla="*/ 189 h 10034"/>
              <a:gd name="connsiteX2" fmla="*/ 8520 w 9863"/>
              <a:gd name="connsiteY2" fmla="*/ 94 h 10034"/>
              <a:gd name="connsiteX3" fmla="*/ 8438 w 9863"/>
              <a:gd name="connsiteY3" fmla="*/ 0 h 10034"/>
              <a:gd name="connsiteX4" fmla="*/ 7917 w 9863"/>
              <a:gd name="connsiteY4" fmla="*/ 0 h 10034"/>
              <a:gd name="connsiteX5" fmla="*/ 742 w 9863"/>
              <a:gd name="connsiteY5" fmla="*/ 70 h 10034"/>
              <a:gd name="connsiteX6" fmla="*/ 0 w 9863"/>
              <a:gd name="connsiteY6" fmla="*/ 0 h 10034"/>
              <a:gd name="connsiteX7" fmla="*/ 766 w 9863"/>
              <a:gd name="connsiteY7" fmla="*/ 10034 h 10034"/>
              <a:gd name="connsiteX8" fmla="*/ 7917 w 9863"/>
              <a:gd name="connsiteY8" fmla="*/ 10000 h 10034"/>
              <a:gd name="connsiteX9" fmla="*/ 8438 w 9863"/>
              <a:gd name="connsiteY9" fmla="*/ 10000 h 10034"/>
              <a:gd name="connsiteX10" fmla="*/ 8520 w 9863"/>
              <a:gd name="connsiteY10" fmla="*/ 9906 h 10034"/>
              <a:gd name="connsiteX11" fmla="*/ 8548 w 9863"/>
              <a:gd name="connsiteY11" fmla="*/ 9811 h 10034"/>
              <a:gd name="connsiteX12" fmla="*/ 9863 w 9863"/>
              <a:gd name="connsiteY12" fmla="*/ 5283 h 10034"/>
              <a:gd name="connsiteX13" fmla="*/ 9863 w 9863"/>
              <a:gd name="connsiteY13" fmla="*/ 4717 h 10034"/>
              <a:gd name="connsiteX0" fmla="*/ 9248 w 9248"/>
              <a:gd name="connsiteY0" fmla="*/ 4701 h 10000"/>
              <a:gd name="connsiteX1" fmla="*/ 7915 w 9248"/>
              <a:gd name="connsiteY1" fmla="*/ 188 h 10000"/>
              <a:gd name="connsiteX2" fmla="*/ 7886 w 9248"/>
              <a:gd name="connsiteY2" fmla="*/ 94 h 10000"/>
              <a:gd name="connsiteX3" fmla="*/ 7803 w 9248"/>
              <a:gd name="connsiteY3" fmla="*/ 0 h 10000"/>
              <a:gd name="connsiteX4" fmla="*/ 7275 w 9248"/>
              <a:gd name="connsiteY4" fmla="*/ 0 h 10000"/>
              <a:gd name="connsiteX5" fmla="*/ 0 w 9248"/>
              <a:gd name="connsiteY5" fmla="*/ 70 h 10000"/>
              <a:gd name="connsiteX6" fmla="*/ 25 w 9248"/>
              <a:gd name="connsiteY6" fmla="*/ 10000 h 10000"/>
              <a:gd name="connsiteX7" fmla="*/ 7275 w 9248"/>
              <a:gd name="connsiteY7" fmla="*/ 9966 h 10000"/>
              <a:gd name="connsiteX8" fmla="*/ 7803 w 9248"/>
              <a:gd name="connsiteY8" fmla="*/ 9966 h 10000"/>
              <a:gd name="connsiteX9" fmla="*/ 7886 w 9248"/>
              <a:gd name="connsiteY9" fmla="*/ 9872 h 10000"/>
              <a:gd name="connsiteX10" fmla="*/ 7915 w 9248"/>
              <a:gd name="connsiteY10" fmla="*/ 9778 h 10000"/>
              <a:gd name="connsiteX11" fmla="*/ 9248 w 9248"/>
              <a:gd name="connsiteY11" fmla="*/ 5265 h 10000"/>
              <a:gd name="connsiteX12" fmla="*/ 9248 w 9248"/>
              <a:gd name="connsiteY12" fmla="*/ 4701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51435" tIns="25717" rIns="51435" bIns="25717" numCol="1" anchor="t" anchorCtr="0" compatLnSpc="1">
            <a:prstTxWarp prst="textNoShape">
              <a:avLst/>
            </a:prstTxWarp>
          </a:bodyPr>
          <a:lstStyle/>
          <a:p>
            <a:pPr defTabSz="543153"/>
            <a:endParaRPr lang="en-US" sz="803">
              <a:solidFill>
                <a:prstClr val="black"/>
              </a:solidFill>
            </a:endParaRP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403957" y="5386389"/>
            <a:ext cx="584597" cy="316442"/>
          </a:xfrm>
          <a:prstGeom prst="rect">
            <a:avLst/>
          </a:prstGeom>
        </p:spPr>
        <p:txBody>
          <a:bodyPr/>
          <a:lstStyle/>
          <a:p>
            <a:fld id="{16845AD9-D1F4-4EC2-844C-79E58D9B0E6B}" type="slidenum">
              <a:rPr lang="en-US" sz="910" smtClean="0"/>
              <a:pPr/>
              <a:t>‹#›</a:t>
            </a:fld>
            <a:endParaRPr lang="en-US" sz="910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448374" y="540898"/>
            <a:ext cx="7196102" cy="762525"/>
          </a:xfrm>
        </p:spPr>
        <p:txBody>
          <a:bodyPr>
            <a:normAutofit/>
          </a:bodyPr>
          <a:lstStyle>
            <a:lvl1pPr>
              <a:defRPr sz="1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424835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54631" y="1390315"/>
            <a:ext cx="3441127" cy="3767199"/>
          </a:xfrm>
        </p:spPr>
        <p:txBody>
          <a:bodyPr>
            <a:normAutofit/>
          </a:bodyPr>
          <a:lstStyle>
            <a:lvl1pPr>
              <a:defRPr sz="1170"/>
            </a:lvl1pPr>
            <a:lvl2pPr>
              <a:defRPr sz="1040"/>
            </a:lvl2pPr>
            <a:lvl3pPr>
              <a:defRPr sz="910"/>
            </a:lvl3pPr>
            <a:lvl4pPr>
              <a:defRPr sz="780"/>
            </a:lvl4pPr>
            <a:lvl5pPr>
              <a:defRPr sz="780"/>
            </a:lvl5pPr>
            <a:lvl6pPr>
              <a:defRPr sz="1170"/>
            </a:lvl6pPr>
            <a:lvl7pPr>
              <a:defRPr sz="1170"/>
            </a:lvl7pPr>
            <a:lvl8pPr>
              <a:defRPr sz="1170"/>
            </a:lvl8pPr>
            <a:lvl9pPr>
              <a:defRPr sz="117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12580" y="1383921"/>
            <a:ext cx="3441127" cy="3767199"/>
          </a:xfrm>
        </p:spPr>
        <p:txBody>
          <a:bodyPr>
            <a:normAutofit/>
          </a:bodyPr>
          <a:lstStyle>
            <a:lvl1pPr>
              <a:defRPr sz="1170"/>
            </a:lvl1pPr>
            <a:lvl2pPr>
              <a:defRPr sz="1040"/>
            </a:lvl2pPr>
            <a:lvl3pPr>
              <a:defRPr sz="910"/>
            </a:lvl3pPr>
            <a:lvl4pPr>
              <a:defRPr sz="780"/>
            </a:lvl4pPr>
            <a:lvl5pPr>
              <a:defRPr sz="780"/>
            </a:lvl5pPr>
            <a:lvl6pPr>
              <a:defRPr sz="1170"/>
            </a:lvl6pPr>
            <a:lvl7pPr>
              <a:defRPr sz="1170"/>
            </a:lvl7pPr>
            <a:lvl8pPr>
              <a:defRPr sz="1170"/>
            </a:lvl8pPr>
            <a:lvl9pPr>
              <a:defRPr sz="117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Freeform 11"/>
          <p:cNvSpPr>
            <a:spLocks/>
          </p:cNvSpPr>
          <p:nvPr userDrawn="1"/>
        </p:nvSpPr>
        <p:spPr bwMode="auto">
          <a:xfrm flipV="1">
            <a:off x="8256672" y="5370095"/>
            <a:ext cx="475370" cy="302395"/>
          </a:xfrm>
          <a:custGeom>
            <a:avLst/>
            <a:gdLst>
              <a:gd name="T0" fmla="*/ 365 w 367"/>
              <a:gd name="T1" fmla="*/ 50 h 106"/>
              <a:gd name="T2" fmla="*/ 317 w 367"/>
              <a:gd name="T3" fmla="*/ 2 h 106"/>
              <a:gd name="T4" fmla="*/ 316 w 367"/>
              <a:gd name="T5" fmla="*/ 1 h 106"/>
              <a:gd name="T6" fmla="*/ 313 w 367"/>
              <a:gd name="T7" fmla="*/ 0 h 106"/>
              <a:gd name="T8" fmla="*/ 294 w 367"/>
              <a:gd name="T9" fmla="*/ 0 h 106"/>
              <a:gd name="T10" fmla="*/ 5 w 367"/>
              <a:gd name="T11" fmla="*/ 0 h 106"/>
              <a:gd name="T12" fmla="*/ 0 w 367"/>
              <a:gd name="T13" fmla="*/ 0 h 106"/>
              <a:gd name="T14" fmla="*/ 0 w 367"/>
              <a:gd name="T15" fmla="*/ 5 h 106"/>
              <a:gd name="T16" fmla="*/ 0 w 367"/>
              <a:gd name="T17" fmla="*/ 100 h 106"/>
              <a:gd name="T18" fmla="*/ 0 w 367"/>
              <a:gd name="T19" fmla="*/ 106 h 106"/>
              <a:gd name="T20" fmla="*/ 5 w 367"/>
              <a:gd name="T21" fmla="*/ 106 h 106"/>
              <a:gd name="T22" fmla="*/ 294 w 367"/>
              <a:gd name="T23" fmla="*/ 106 h 106"/>
              <a:gd name="T24" fmla="*/ 313 w 367"/>
              <a:gd name="T25" fmla="*/ 106 h 106"/>
              <a:gd name="T26" fmla="*/ 316 w 367"/>
              <a:gd name="T27" fmla="*/ 105 h 106"/>
              <a:gd name="T28" fmla="*/ 317 w 367"/>
              <a:gd name="T29" fmla="*/ 104 h 106"/>
              <a:gd name="T30" fmla="*/ 365 w 367"/>
              <a:gd name="T31" fmla="*/ 56 h 106"/>
              <a:gd name="T32" fmla="*/ 365 w 367"/>
              <a:gd name="T33" fmla="*/ 50 h 106"/>
              <a:gd name="connsiteX0" fmla="*/ 9946 w 9946"/>
              <a:gd name="connsiteY0" fmla="*/ 4717 h 10000"/>
              <a:gd name="connsiteX1" fmla="*/ 8638 w 9946"/>
              <a:gd name="connsiteY1" fmla="*/ 189 h 10000"/>
              <a:gd name="connsiteX2" fmla="*/ 8610 w 9946"/>
              <a:gd name="connsiteY2" fmla="*/ 94 h 10000"/>
              <a:gd name="connsiteX3" fmla="*/ 8529 w 9946"/>
              <a:gd name="connsiteY3" fmla="*/ 0 h 10000"/>
              <a:gd name="connsiteX4" fmla="*/ 8011 w 9946"/>
              <a:gd name="connsiteY4" fmla="*/ 0 h 10000"/>
              <a:gd name="connsiteX5" fmla="*/ 874 w 9946"/>
              <a:gd name="connsiteY5" fmla="*/ 70 h 10000"/>
              <a:gd name="connsiteX6" fmla="*/ 136 w 9946"/>
              <a:gd name="connsiteY6" fmla="*/ 0 h 10000"/>
              <a:gd name="connsiteX7" fmla="*/ 0 w 9946"/>
              <a:gd name="connsiteY7" fmla="*/ 0 h 10000"/>
              <a:gd name="connsiteX8" fmla="*/ 0 w 9946"/>
              <a:gd name="connsiteY8" fmla="*/ 472 h 10000"/>
              <a:gd name="connsiteX9" fmla="*/ 0 w 9946"/>
              <a:gd name="connsiteY9" fmla="*/ 9434 h 10000"/>
              <a:gd name="connsiteX10" fmla="*/ 0 w 9946"/>
              <a:gd name="connsiteY10" fmla="*/ 10000 h 10000"/>
              <a:gd name="connsiteX11" fmla="*/ 136 w 9946"/>
              <a:gd name="connsiteY11" fmla="*/ 10000 h 10000"/>
              <a:gd name="connsiteX12" fmla="*/ 8011 w 9946"/>
              <a:gd name="connsiteY12" fmla="*/ 10000 h 10000"/>
              <a:gd name="connsiteX13" fmla="*/ 8529 w 9946"/>
              <a:gd name="connsiteY13" fmla="*/ 10000 h 10000"/>
              <a:gd name="connsiteX14" fmla="*/ 8610 w 9946"/>
              <a:gd name="connsiteY14" fmla="*/ 9906 h 10000"/>
              <a:gd name="connsiteX15" fmla="*/ 8638 w 9946"/>
              <a:gd name="connsiteY15" fmla="*/ 9811 h 10000"/>
              <a:gd name="connsiteX16" fmla="*/ 9946 w 9946"/>
              <a:gd name="connsiteY16" fmla="*/ 5283 h 10000"/>
              <a:gd name="connsiteX17" fmla="*/ 9946 w 9946"/>
              <a:gd name="connsiteY17" fmla="*/ 4717 h 10000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0 w 10000"/>
              <a:gd name="connsiteY10" fmla="*/ 10000 h 10034"/>
              <a:gd name="connsiteX11" fmla="*/ 137 w 10000"/>
              <a:gd name="connsiteY11" fmla="*/ 10000 h 10034"/>
              <a:gd name="connsiteX12" fmla="*/ 903 w 10000"/>
              <a:gd name="connsiteY12" fmla="*/ 10034 h 10034"/>
              <a:gd name="connsiteX13" fmla="*/ 8054 w 10000"/>
              <a:gd name="connsiteY13" fmla="*/ 10000 h 10034"/>
              <a:gd name="connsiteX14" fmla="*/ 8575 w 10000"/>
              <a:gd name="connsiteY14" fmla="*/ 10000 h 10034"/>
              <a:gd name="connsiteX15" fmla="*/ 8657 w 10000"/>
              <a:gd name="connsiteY15" fmla="*/ 9906 h 10034"/>
              <a:gd name="connsiteX16" fmla="*/ 8685 w 10000"/>
              <a:gd name="connsiteY16" fmla="*/ 9811 h 10034"/>
              <a:gd name="connsiteX17" fmla="*/ 10000 w 10000"/>
              <a:gd name="connsiteY17" fmla="*/ 5283 h 10034"/>
              <a:gd name="connsiteX18" fmla="*/ 10000 w 10000"/>
              <a:gd name="connsiteY18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0 w 10000"/>
              <a:gd name="connsiteY10" fmla="*/ 10000 h 10034"/>
              <a:gd name="connsiteX11" fmla="*/ 903 w 10000"/>
              <a:gd name="connsiteY11" fmla="*/ 10034 h 10034"/>
              <a:gd name="connsiteX12" fmla="*/ 8054 w 10000"/>
              <a:gd name="connsiteY12" fmla="*/ 10000 h 10034"/>
              <a:gd name="connsiteX13" fmla="*/ 8575 w 10000"/>
              <a:gd name="connsiteY13" fmla="*/ 10000 h 10034"/>
              <a:gd name="connsiteX14" fmla="*/ 8657 w 10000"/>
              <a:gd name="connsiteY14" fmla="*/ 9906 h 10034"/>
              <a:gd name="connsiteX15" fmla="*/ 8685 w 10000"/>
              <a:gd name="connsiteY15" fmla="*/ 9811 h 10034"/>
              <a:gd name="connsiteX16" fmla="*/ 10000 w 10000"/>
              <a:gd name="connsiteY16" fmla="*/ 5283 h 10034"/>
              <a:gd name="connsiteX17" fmla="*/ 10000 w 10000"/>
              <a:gd name="connsiteY17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903 w 10000"/>
              <a:gd name="connsiteY10" fmla="*/ 10034 h 10034"/>
              <a:gd name="connsiteX11" fmla="*/ 8054 w 10000"/>
              <a:gd name="connsiteY11" fmla="*/ 10000 h 10034"/>
              <a:gd name="connsiteX12" fmla="*/ 8575 w 10000"/>
              <a:gd name="connsiteY12" fmla="*/ 10000 h 10034"/>
              <a:gd name="connsiteX13" fmla="*/ 8657 w 10000"/>
              <a:gd name="connsiteY13" fmla="*/ 9906 h 10034"/>
              <a:gd name="connsiteX14" fmla="*/ 8685 w 10000"/>
              <a:gd name="connsiteY14" fmla="*/ 9811 h 10034"/>
              <a:gd name="connsiteX15" fmla="*/ 10000 w 10000"/>
              <a:gd name="connsiteY15" fmla="*/ 5283 h 10034"/>
              <a:gd name="connsiteX16" fmla="*/ 10000 w 10000"/>
              <a:gd name="connsiteY16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903 w 10000"/>
              <a:gd name="connsiteY9" fmla="*/ 10034 h 10034"/>
              <a:gd name="connsiteX10" fmla="*/ 8054 w 10000"/>
              <a:gd name="connsiteY10" fmla="*/ 10000 h 10034"/>
              <a:gd name="connsiteX11" fmla="*/ 8575 w 10000"/>
              <a:gd name="connsiteY11" fmla="*/ 10000 h 10034"/>
              <a:gd name="connsiteX12" fmla="*/ 8657 w 10000"/>
              <a:gd name="connsiteY12" fmla="*/ 9906 h 10034"/>
              <a:gd name="connsiteX13" fmla="*/ 8685 w 10000"/>
              <a:gd name="connsiteY13" fmla="*/ 9811 h 10034"/>
              <a:gd name="connsiteX14" fmla="*/ 10000 w 10000"/>
              <a:gd name="connsiteY14" fmla="*/ 5283 h 10034"/>
              <a:gd name="connsiteX15" fmla="*/ 10000 w 10000"/>
              <a:gd name="connsiteY15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903 w 10000"/>
              <a:gd name="connsiteY8" fmla="*/ 10034 h 10034"/>
              <a:gd name="connsiteX9" fmla="*/ 8054 w 10000"/>
              <a:gd name="connsiteY9" fmla="*/ 10000 h 10034"/>
              <a:gd name="connsiteX10" fmla="*/ 8575 w 10000"/>
              <a:gd name="connsiteY10" fmla="*/ 10000 h 10034"/>
              <a:gd name="connsiteX11" fmla="*/ 8657 w 10000"/>
              <a:gd name="connsiteY11" fmla="*/ 9906 h 10034"/>
              <a:gd name="connsiteX12" fmla="*/ 8685 w 10000"/>
              <a:gd name="connsiteY12" fmla="*/ 9811 h 10034"/>
              <a:gd name="connsiteX13" fmla="*/ 10000 w 10000"/>
              <a:gd name="connsiteY13" fmla="*/ 5283 h 10034"/>
              <a:gd name="connsiteX14" fmla="*/ 10000 w 10000"/>
              <a:gd name="connsiteY14" fmla="*/ 4717 h 10034"/>
              <a:gd name="connsiteX0" fmla="*/ 9863 w 9863"/>
              <a:gd name="connsiteY0" fmla="*/ 4717 h 10034"/>
              <a:gd name="connsiteX1" fmla="*/ 8548 w 9863"/>
              <a:gd name="connsiteY1" fmla="*/ 189 h 10034"/>
              <a:gd name="connsiteX2" fmla="*/ 8520 w 9863"/>
              <a:gd name="connsiteY2" fmla="*/ 94 h 10034"/>
              <a:gd name="connsiteX3" fmla="*/ 8438 w 9863"/>
              <a:gd name="connsiteY3" fmla="*/ 0 h 10034"/>
              <a:gd name="connsiteX4" fmla="*/ 7917 w 9863"/>
              <a:gd name="connsiteY4" fmla="*/ 0 h 10034"/>
              <a:gd name="connsiteX5" fmla="*/ 742 w 9863"/>
              <a:gd name="connsiteY5" fmla="*/ 70 h 10034"/>
              <a:gd name="connsiteX6" fmla="*/ 0 w 9863"/>
              <a:gd name="connsiteY6" fmla="*/ 0 h 10034"/>
              <a:gd name="connsiteX7" fmla="*/ 766 w 9863"/>
              <a:gd name="connsiteY7" fmla="*/ 10034 h 10034"/>
              <a:gd name="connsiteX8" fmla="*/ 7917 w 9863"/>
              <a:gd name="connsiteY8" fmla="*/ 10000 h 10034"/>
              <a:gd name="connsiteX9" fmla="*/ 8438 w 9863"/>
              <a:gd name="connsiteY9" fmla="*/ 10000 h 10034"/>
              <a:gd name="connsiteX10" fmla="*/ 8520 w 9863"/>
              <a:gd name="connsiteY10" fmla="*/ 9906 h 10034"/>
              <a:gd name="connsiteX11" fmla="*/ 8548 w 9863"/>
              <a:gd name="connsiteY11" fmla="*/ 9811 h 10034"/>
              <a:gd name="connsiteX12" fmla="*/ 9863 w 9863"/>
              <a:gd name="connsiteY12" fmla="*/ 5283 h 10034"/>
              <a:gd name="connsiteX13" fmla="*/ 9863 w 9863"/>
              <a:gd name="connsiteY13" fmla="*/ 4717 h 10034"/>
              <a:gd name="connsiteX0" fmla="*/ 9248 w 9248"/>
              <a:gd name="connsiteY0" fmla="*/ 4701 h 10000"/>
              <a:gd name="connsiteX1" fmla="*/ 7915 w 9248"/>
              <a:gd name="connsiteY1" fmla="*/ 188 h 10000"/>
              <a:gd name="connsiteX2" fmla="*/ 7886 w 9248"/>
              <a:gd name="connsiteY2" fmla="*/ 94 h 10000"/>
              <a:gd name="connsiteX3" fmla="*/ 7803 w 9248"/>
              <a:gd name="connsiteY3" fmla="*/ 0 h 10000"/>
              <a:gd name="connsiteX4" fmla="*/ 7275 w 9248"/>
              <a:gd name="connsiteY4" fmla="*/ 0 h 10000"/>
              <a:gd name="connsiteX5" fmla="*/ 0 w 9248"/>
              <a:gd name="connsiteY5" fmla="*/ 70 h 10000"/>
              <a:gd name="connsiteX6" fmla="*/ 25 w 9248"/>
              <a:gd name="connsiteY6" fmla="*/ 10000 h 10000"/>
              <a:gd name="connsiteX7" fmla="*/ 7275 w 9248"/>
              <a:gd name="connsiteY7" fmla="*/ 9966 h 10000"/>
              <a:gd name="connsiteX8" fmla="*/ 7803 w 9248"/>
              <a:gd name="connsiteY8" fmla="*/ 9966 h 10000"/>
              <a:gd name="connsiteX9" fmla="*/ 7886 w 9248"/>
              <a:gd name="connsiteY9" fmla="*/ 9872 h 10000"/>
              <a:gd name="connsiteX10" fmla="*/ 7915 w 9248"/>
              <a:gd name="connsiteY10" fmla="*/ 9778 h 10000"/>
              <a:gd name="connsiteX11" fmla="*/ 9248 w 9248"/>
              <a:gd name="connsiteY11" fmla="*/ 5265 h 10000"/>
              <a:gd name="connsiteX12" fmla="*/ 9248 w 9248"/>
              <a:gd name="connsiteY12" fmla="*/ 4701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59436" tIns="29718" rIns="59436" bIns="29718" numCol="1" anchor="t" anchorCtr="0" compatLnSpc="1">
            <a:prstTxWarp prst="textNoShape">
              <a:avLst/>
            </a:prstTxWarp>
          </a:bodyPr>
          <a:lstStyle/>
          <a:p>
            <a:endParaRPr lang="en-US" sz="1170"/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403956" y="5386389"/>
            <a:ext cx="584597" cy="316442"/>
          </a:xfrm>
          <a:prstGeom prst="rect">
            <a:avLst/>
          </a:prstGeom>
        </p:spPr>
        <p:txBody>
          <a:bodyPr/>
          <a:lstStyle/>
          <a:p>
            <a:fld id="{16845AD9-D1F4-4EC2-844C-79E58D9B0E6B}" type="slidenum">
              <a:rPr lang="en-US" sz="910" smtClean="0"/>
              <a:pPr/>
              <a:t>‹#›</a:t>
            </a:fld>
            <a:endParaRPr lang="en-US" sz="910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448374" y="540897"/>
            <a:ext cx="7196102" cy="762525"/>
          </a:xfrm>
        </p:spPr>
        <p:txBody>
          <a:bodyPr>
            <a:normAutofit/>
          </a:bodyPr>
          <a:lstStyle>
            <a:lvl1pPr>
              <a:defRPr sz="208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445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ower point-06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943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48278"/>
            <a:ext cx="7772400" cy="1274022"/>
          </a:xfrm>
          <a:ln>
            <a:noFill/>
          </a:ln>
        </p:spPr>
        <p:txBody>
          <a:bodyPr>
            <a:normAutofit/>
          </a:bodyPr>
          <a:lstStyle>
            <a:lvl1pPr>
              <a:defRPr sz="2475" b="1" i="0">
                <a:solidFill>
                  <a:srgbClr val="00449E"/>
                </a:solidFill>
                <a:latin typeface="Myriad Pro"/>
                <a:cs typeface="Myriad Pro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98933"/>
            <a:ext cx="6400800" cy="1518920"/>
          </a:xfrm>
          <a:ln>
            <a:noFill/>
          </a:ln>
        </p:spPr>
        <p:txBody>
          <a:bodyPr/>
          <a:lstStyle>
            <a:lvl1pPr marL="0" indent="0" algn="ctr">
              <a:buNone/>
              <a:defRPr>
                <a:solidFill>
                  <a:schemeClr val="accent6">
                    <a:lumMod val="40000"/>
                    <a:lumOff val="60000"/>
                  </a:schemeClr>
                </a:solidFill>
                <a:latin typeface="Myriad Pro"/>
                <a:cs typeface="Myriad Pro"/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6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3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190264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3400" y="119796"/>
            <a:ext cx="6883400" cy="1058700"/>
          </a:xfrm>
        </p:spPr>
        <p:txBody>
          <a:bodyPr/>
          <a:lstStyle>
            <a:lvl1pPr>
              <a:defRPr>
                <a:solidFill>
                  <a:srgbClr val="00449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871"/>
            <a:ext cx="8229600" cy="4028472"/>
          </a:xfrm>
        </p:spPr>
        <p:txBody>
          <a:bodyPr/>
          <a:lstStyle>
            <a:lvl1pPr>
              <a:defRPr>
                <a:latin typeface="Myriad Pro"/>
                <a:cs typeface="Myriad Pro"/>
              </a:defRPr>
            </a:lvl1pPr>
            <a:lvl2pPr>
              <a:defRPr>
                <a:latin typeface="Myriad Pro"/>
                <a:cs typeface="Myriad Pro"/>
              </a:defRPr>
            </a:lvl2pPr>
            <a:lvl3pPr>
              <a:defRPr>
                <a:latin typeface="Myriad Pro"/>
                <a:cs typeface="Myriad Pro"/>
              </a:defRPr>
            </a:lvl3pPr>
            <a:lvl4pPr>
              <a:defRPr>
                <a:latin typeface="Myriad Pro"/>
                <a:cs typeface="Myriad Pro"/>
              </a:defRPr>
            </a:lvl4pPr>
            <a:lvl5pPr>
              <a:defRPr>
                <a:latin typeface="Myriad Pro"/>
                <a:cs typeface="Myriad Pro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619"/>
            </a:lvl1pPr>
          </a:lstStyle>
          <a:p>
            <a:pPr eaLnBrk="1" latinLnBrk="0" hangingPunct="1"/>
            <a:fld id="{58FEC44C-3F9D-1544-8214-25D7968B2E5A}" type="datetime1">
              <a:rPr lang="en-US" smtClean="0"/>
              <a:t>11/25/2016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546" smtClean="0"/>
              <a:pPr/>
              <a:t>‹#›</a:t>
            </a:fld>
            <a:endParaRPr lang="en-US" sz="546" dirty="0"/>
          </a:p>
        </p:txBody>
      </p:sp>
      <p:sp>
        <p:nvSpPr>
          <p:cNvPr id="7" name="Freeform 11"/>
          <p:cNvSpPr>
            <a:spLocks/>
          </p:cNvSpPr>
          <p:nvPr userDrawn="1"/>
        </p:nvSpPr>
        <p:spPr bwMode="auto">
          <a:xfrm flipV="1">
            <a:off x="8256678" y="5370097"/>
            <a:ext cx="475371" cy="302396"/>
          </a:xfrm>
          <a:custGeom>
            <a:avLst/>
            <a:gdLst>
              <a:gd name="T0" fmla="*/ 365 w 367"/>
              <a:gd name="T1" fmla="*/ 50 h 106"/>
              <a:gd name="T2" fmla="*/ 317 w 367"/>
              <a:gd name="T3" fmla="*/ 2 h 106"/>
              <a:gd name="T4" fmla="*/ 316 w 367"/>
              <a:gd name="T5" fmla="*/ 1 h 106"/>
              <a:gd name="T6" fmla="*/ 313 w 367"/>
              <a:gd name="T7" fmla="*/ 0 h 106"/>
              <a:gd name="T8" fmla="*/ 294 w 367"/>
              <a:gd name="T9" fmla="*/ 0 h 106"/>
              <a:gd name="T10" fmla="*/ 5 w 367"/>
              <a:gd name="T11" fmla="*/ 0 h 106"/>
              <a:gd name="T12" fmla="*/ 0 w 367"/>
              <a:gd name="T13" fmla="*/ 0 h 106"/>
              <a:gd name="T14" fmla="*/ 0 w 367"/>
              <a:gd name="T15" fmla="*/ 5 h 106"/>
              <a:gd name="T16" fmla="*/ 0 w 367"/>
              <a:gd name="T17" fmla="*/ 100 h 106"/>
              <a:gd name="T18" fmla="*/ 0 w 367"/>
              <a:gd name="T19" fmla="*/ 106 h 106"/>
              <a:gd name="T20" fmla="*/ 5 w 367"/>
              <a:gd name="T21" fmla="*/ 106 h 106"/>
              <a:gd name="T22" fmla="*/ 294 w 367"/>
              <a:gd name="T23" fmla="*/ 106 h 106"/>
              <a:gd name="T24" fmla="*/ 313 w 367"/>
              <a:gd name="T25" fmla="*/ 106 h 106"/>
              <a:gd name="T26" fmla="*/ 316 w 367"/>
              <a:gd name="T27" fmla="*/ 105 h 106"/>
              <a:gd name="T28" fmla="*/ 317 w 367"/>
              <a:gd name="T29" fmla="*/ 104 h 106"/>
              <a:gd name="T30" fmla="*/ 365 w 367"/>
              <a:gd name="T31" fmla="*/ 56 h 106"/>
              <a:gd name="T32" fmla="*/ 365 w 367"/>
              <a:gd name="T33" fmla="*/ 50 h 106"/>
              <a:gd name="connsiteX0" fmla="*/ 9946 w 9946"/>
              <a:gd name="connsiteY0" fmla="*/ 4717 h 10000"/>
              <a:gd name="connsiteX1" fmla="*/ 8638 w 9946"/>
              <a:gd name="connsiteY1" fmla="*/ 189 h 10000"/>
              <a:gd name="connsiteX2" fmla="*/ 8610 w 9946"/>
              <a:gd name="connsiteY2" fmla="*/ 94 h 10000"/>
              <a:gd name="connsiteX3" fmla="*/ 8529 w 9946"/>
              <a:gd name="connsiteY3" fmla="*/ 0 h 10000"/>
              <a:gd name="connsiteX4" fmla="*/ 8011 w 9946"/>
              <a:gd name="connsiteY4" fmla="*/ 0 h 10000"/>
              <a:gd name="connsiteX5" fmla="*/ 874 w 9946"/>
              <a:gd name="connsiteY5" fmla="*/ 70 h 10000"/>
              <a:gd name="connsiteX6" fmla="*/ 136 w 9946"/>
              <a:gd name="connsiteY6" fmla="*/ 0 h 10000"/>
              <a:gd name="connsiteX7" fmla="*/ 0 w 9946"/>
              <a:gd name="connsiteY7" fmla="*/ 0 h 10000"/>
              <a:gd name="connsiteX8" fmla="*/ 0 w 9946"/>
              <a:gd name="connsiteY8" fmla="*/ 472 h 10000"/>
              <a:gd name="connsiteX9" fmla="*/ 0 w 9946"/>
              <a:gd name="connsiteY9" fmla="*/ 9434 h 10000"/>
              <a:gd name="connsiteX10" fmla="*/ 0 w 9946"/>
              <a:gd name="connsiteY10" fmla="*/ 10000 h 10000"/>
              <a:gd name="connsiteX11" fmla="*/ 136 w 9946"/>
              <a:gd name="connsiteY11" fmla="*/ 10000 h 10000"/>
              <a:gd name="connsiteX12" fmla="*/ 8011 w 9946"/>
              <a:gd name="connsiteY12" fmla="*/ 10000 h 10000"/>
              <a:gd name="connsiteX13" fmla="*/ 8529 w 9946"/>
              <a:gd name="connsiteY13" fmla="*/ 10000 h 10000"/>
              <a:gd name="connsiteX14" fmla="*/ 8610 w 9946"/>
              <a:gd name="connsiteY14" fmla="*/ 9906 h 10000"/>
              <a:gd name="connsiteX15" fmla="*/ 8638 w 9946"/>
              <a:gd name="connsiteY15" fmla="*/ 9811 h 10000"/>
              <a:gd name="connsiteX16" fmla="*/ 9946 w 9946"/>
              <a:gd name="connsiteY16" fmla="*/ 5283 h 10000"/>
              <a:gd name="connsiteX17" fmla="*/ 9946 w 9946"/>
              <a:gd name="connsiteY17" fmla="*/ 4717 h 10000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0 w 10000"/>
              <a:gd name="connsiteY10" fmla="*/ 10000 h 10034"/>
              <a:gd name="connsiteX11" fmla="*/ 137 w 10000"/>
              <a:gd name="connsiteY11" fmla="*/ 10000 h 10034"/>
              <a:gd name="connsiteX12" fmla="*/ 903 w 10000"/>
              <a:gd name="connsiteY12" fmla="*/ 10034 h 10034"/>
              <a:gd name="connsiteX13" fmla="*/ 8054 w 10000"/>
              <a:gd name="connsiteY13" fmla="*/ 10000 h 10034"/>
              <a:gd name="connsiteX14" fmla="*/ 8575 w 10000"/>
              <a:gd name="connsiteY14" fmla="*/ 10000 h 10034"/>
              <a:gd name="connsiteX15" fmla="*/ 8657 w 10000"/>
              <a:gd name="connsiteY15" fmla="*/ 9906 h 10034"/>
              <a:gd name="connsiteX16" fmla="*/ 8685 w 10000"/>
              <a:gd name="connsiteY16" fmla="*/ 9811 h 10034"/>
              <a:gd name="connsiteX17" fmla="*/ 10000 w 10000"/>
              <a:gd name="connsiteY17" fmla="*/ 5283 h 10034"/>
              <a:gd name="connsiteX18" fmla="*/ 10000 w 10000"/>
              <a:gd name="connsiteY18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0 w 10000"/>
              <a:gd name="connsiteY10" fmla="*/ 10000 h 10034"/>
              <a:gd name="connsiteX11" fmla="*/ 903 w 10000"/>
              <a:gd name="connsiteY11" fmla="*/ 10034 h 10034"/>
              <a:gd name="connsiteX12" fmla="*/ 8054 w 10000"/>
              <a:gd name="connsiteY12" fmla="*/ 10000 h 10034"/>
              <a:gd name="connsiteX13" fmla="*/ 8575 w 10000"/>
              <a:gd name="connsiteY13" fmla="*/ 10000 h 10034"/>
              <a:gd name="connsiteX14" fmla="*/ 8657 w 10000"/>
              <a:gd name="connsiteY14" fmla="*/ 9906 h 10034"/>
              <a:gd name="connsiteX15" fmla="*/ 8685 w 10000"/>
              <a:gd name="connsiteY15" fmla="*/ 9811 h 10034"/>
              <a:gd name="connsiteX16" fmla="*/ 10000 w 10000"/>
              <a:gd name="connsiteY16" fmla="*/ 5283 h 10034"/>
              <a:gd name="connsiteX17" fmla="*/ 10000 w 10000"/>
              <a:gd name="connsiteY17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903 w 10000"/>
              <a:gd name="connsiteY10" fmla="*/ 10034 h 10034"/>
              <a:gd name="connsiteX11" fmla="*/ 8054 w 10000"/>
              <a:gd name="connsiteY11" fmla="*/ 10000 h 10034"/>
              <a:gd name="connsiteX12" fmla="*/ 8575 w 10000"/>
              <a:gd name="connsiteY12" fmla="*/ 10000 h 10034"/>
              <a:gd name="connsiteX13" fmla="*/ 8657 w 10000"/>
              <a:gd name="connsiteY13" fmla="*/ 9906 h 10034"/>
              <a:gd name="connsiteX14" fmla="*/ 8685 w 10000"/>
              <a:gd name="connsiteY14" fmla="*/ 9811 h 10034"/>
              <a:gd name="connsiteX15" fmla="*/ 10000 w 10000"/>
              <a:gd name="connsiteY15" fmla="*/ 5283 h 10034"/>
              <a:gd name="connsiteX16" fmla="*/ 10000 w 10000"/>
              <a:gd name="connsiteY16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903 w 10000"/>
              <a:gd name="connsiteY9" fmla="*/ 10034 h 10034"/>
              <a:gd name="connsiteX10" fmla="*/ 8054 w 10000"/>
              <a:gd name="connsiteY10" fmla="*/ 10000 h 10034"/>
              <a:gd name="connsiteX11" fmla="*/ 8575 w 10000"/>
              <a:gd name="connsiteY11" fmla="*/ 10000 h 10034"/>
              <a:gd name="connsiteX12" fmla="*/ 8657 w 10000"/>
              <a:gd name="connsiteY12" fmla="*/ 9906 h 10034"/>
              <a:gd name="connsiteX13" fmla="*/ 8685 w 10000"/>
              <a:gd name="connsiteY13" fmla="*/ 9811 h 10034"/>
              <a:gd name="connsiteX14" fmla="*/ 10000 w 10000"/>
              <a:gd name="connsiteY14" fmla="*/ 5283 h 10034"/>
              <a:gd name="connsiteX15" fmla="*/ 10000 w 10000"/>
              <a:gd name="connsiteY15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903 w 10000"/>
              <a:gd name="connsiteY8" fmla="*/ 10034 h 10034"/>
              <a:gd name="connsiteX9" fmla="*/ 8054 w 10000"/>
              <a:gd name="connsiteY9" fmla="*/ 10000 h 10034"/>
              <a:gd name="connsiteX10" fmla="*/ 8575 w 10000"/>
              <a:gd name="connsiteY10" fmla="*/ 10000 h 10034"/>
              <a:gd name="connsiteX11" fmla="*/ 8657 w 10000"/>
              <a:gd name="connsiteY11" fmla="*/ 9906 h 10034"/>
              <a:gd name="connsiteX12" fmla="*/ 8685 w 10000"/>
              <a:gd name="connsiteY12" fmla="*/ 9811 h 10034"/>
              <a:gd name="connsiteX13" fmla="*/ 10000 w 10000"/>
              <a:gd name="connsiteY13" fmla="*/ 5283 h 10034"/>
              <a:gd name="connsiteX14" fmla="*/ 10000 w 10000"/>
              <a:gd name="connsiteY14" fmla="*/ 4717 h 10034"/>
              <a:gd name="connsiteX0" fmla="*/ 9863 w 9863"/>
              <a:gd name="connsiteY0" fmla="*/ 4717 h 10034"/>
              <a:gd name="connsiteX1" fmla="*/ 8548 w 9863"/>
              <a:gd name="connsiteY1" fmla="*/ 189 h 10034"/>
              <a:gd name="connsiteX2" fmla="*/ 8520 w 9863"/>
              <a:gd name="connsiteY2" fmla="*/ 94 h 10034"/>
              <a:gd name="connsiteX3" fmla="*/ 8438 w 9863"/>
              <a:gd name="connsiteY3" fmla="*/ 0 h 10034"/>
              <a:gd name="connsiteX4" fmla="*/ 7917 w 9863"/>
              <a:gd name="connsiteY4" fmla="*/ 0 h 10034"/>
              <a:gd name="connsiteX5" fmla="*/ 742 w 9863"/>
              <a:gd name="connsiteY5" fmla="*/ 70 h 10034"/>
              <a:gd name="connsiteX6" fmla="*/ 0 w 9863"/>
              <a:gd name="connsiteY6" fmla="*/ 0 h 10034"/>
              <a:gd name="connsiteX7" fmla="*/ 766 w 9863"/>
              <a:gd name="connsiteY7" fmla="*/ 10034 h 10034"/>
              <a:gd name="connsiteX8" fmla="*/ 7917 w 9863"/>
              <a:gd name="connsiteY8" fmla="*/ 10000 h 10034"/>
              <a:gd name="connsiteX9" fmla="*/ 8438 w 9863"/>
              <a:gd name="connsiteY9" fmla="*/ 10000 h 10034"/>
              <a:gd name="connsiteX10" fmla="*/ 8520 w 9863"/>
              <a:gd name="connsiteY10" fmla="*/ 9906 h 10034"/>
              <a:gd name="connsiteX11" fmla="*/ 8548 w 9863"/>
              <a:gd name="connsiteY11" fmla="*/ 9811 h 10034"/>
              <a:gd name="connsiteX12" fmla="*/ 9863 w 9863"/>
              <a:gd name="connsiteY12" fmla="*/ 5283 h 10034"/>
              <a:gd name="connsiteX13" fmla="*/ 9863 w 9863"/>
              <a:gd name="connsiteY13" fmla="*/ 4717 h 10034"/>
              <a:gd name="connsiteX0" fmla="*/ 9248 w 9248"/>
              <a:gd name="connsiteY0" fmla="*/ 4701 h 10000"/>
              <a:gd name="connsiteX1" fmla="*/ 7915 w 9248"/>
              <a:gd name="connsiteY1" fmla="*/ 188 h 10000"/>
              <a:gd name="connsiteX2" fmla="*/ 7886 w 9248"/>
              <a:gd name="connsiteY2" fmla="*/ 94 h 10000"/>
              <a:gd name="connsiteX3" fmla="*/ 7803 w 9248"/>
              <a:gd name="connsiteY3" fmla="*/ 0 h 10000"/>
              <a:gd name="connsiteX4" fmla="*/ 7275 w 9248"/>
              <a:gd name="connsiteY4" fmla="*/ 0 h 10000"/>
              <a:gd name="connsiteX5" fmla="*/ 0 w 9248"/>
              <a:gd name="connsiteY5" fmla="*/ 70 h 10000"/>
              <a:gd name="connsiteX6" fmla="*/ 25 w 9248"/>
              <a:gd name="connsiteY6" fmla="*/ 10000 h 10000"/>
              <a:gd name="connsiteX7" fmla="*/ 7275 w 9248"/>
              <a:gd name="connsiteY7" fmla="*/ 9966 h 10000"/>
              <a:gd name="connsiteX8" fmla="*/ 7803 w 9248"/>
              <a:gd name="connsiteY8" fmla="*/ 9966 h 10000"/>
              <a:gd name="connsiteX9" fmla="*/ 7886 w 9248"/>
              <a:gd name="connsiteY9" fmla="*/ 9872 h 10000"/>
              <a:gd name="connsiteX10" fmla="*/ 7915 w 9248"/>
              <a:gd name="connsiteY10" fmla="*/ 9778 h 10000"/>
              <a:gd name="connsiteX11" fmla="*/ 9248 w 9248"/>
              <a:gd name="connsiteY11" fmla="*/ 5265 h 10000"/>
              <a:gd name="connsiteX12" fmla="*/ 9248 w 9248"/>
              <a:gd name="connsiteY12" fmla="*/ 4701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35662" tIns="17831" rIns="35662" bIns="17831" numCol="1" anchor="t" anchorCtr="0" compatLnSpc="1">
            <a:prstTxWarp prst="textNoShape">
              <a:avLst/>
            </a:prstTxWarp>
          </a:bodyPr>
          <a:lstStyle/>
          <a:p>
            <a:endParaRPr lang="en-US" sz="703"/>
          </a:p>
        </p:txBody>
      </p:sp>
      <p:sp>
        <p:nvSpPr>
          <p:cNvPr id="9" name="TextBox 8"/>
          <p:cNvSpPr txBox="1"/>
          <p:nvPr userDrawn="1"/>
        </p:nvSpPr>
        <p:spPr>
          <a:xfrm>
            <a:off x="8152484" y="5370098"/>
            <a:ext cx="579565" cy="30008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3477153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819317"/>
            <a:ext cx="7772400" cy="1180465"/>
          </a:xfrm>
        </p:spPr>
        <p:txBody>
          <a:bodyPr anchor="t"/>
          <a:lstStyle>
            <a:lvl1pPr algn="l">
              <a:defRPr sz="225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19153"/>
            <a:ext cx="7772400" cy="1300162"/>
          </a:xfrm>
        </p:spPr>
        <p:txBody>
          <a:bodyPr anchor="b"/>
          <a:lstStyle>
            <a:lvl1pPr marL="0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49" indent="0">
              <a:buNone/>
              <a:defRPr sz="901">
                <a:solidFill>
                  <a:schemeClr val="tx1">
                    <a:tint val="75000"/>
                  </a:schemeClr>
                </a:solidFill>
              </a:defRPr>
            </a:lvl3pPr>
            <a:lvl4pPr marL="771524" indent="0">
              <a:buNone/>
              <a:defRPr sz="787">
                <a:solidFill>
                  <a:schemeClr val="tx1">
                    <a:tint val="75000"/>
                  </a:schemeClr>
                </a:solidFill>
              </a:defRPr>
            </a:lvl4pPr>
            <a:lvl5pPr marL="1028698" indent="0">
              <a:buNone/>
              <a:defRPr sz="787">
                <a:solidFill>
                  <a:schemeClr val="tx1">
                    <a:tint val="75000"/>
                  </a:schemeClr>
                </a:solidFill>
              </a:defRPr>
            </a:lvl5pPr>
            <a:lvl6pPr marL="1285873" indent="0">
              <a:buNone/>
              <a:defRPr sz="787">
                <a:solidFill>
                  <a:schemeClr val="tx1">
                    <a:tint val="75000"/>
                  </a:schemeClr>
                </a:solidFill>
              </a:defRPr>
            </a:lvl6pPr>
            <a:lvl7pPr marL="1543048" indent="0">
              <a:buNone/>
              <a:defRPr sz="787">
                <a:solidFill>
                  <a:schemeClr val="tx1">
                    <a:tint val="75000"/>
                  </a:schemeClr>
                </a:solidFill>
              </a:defRPr>
            </a:lvl7pPr>
            <a:lvl8pPr marL="1800223" indent="0">
              <a:buNone/>
              <a:defRPr sz="787">
                <a:solidFill>
                  <a:schemeClr val="tx1">
                    <a:tint val="75000"/>
                  </a:schemeClr>
                </a:solidFill>
              </a:defRPr>
            </a:lvl8pPr>
            <a:lvl9pPr marL="2057397" indent="0">
              <a:buNone/>
              <a:defRPr sz="78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E1888ED-BA33-BE40-BF29-F50D5175FC1E}" type="datetime1">
              <a:rPr lang="en-US" smtClean="0"/>
              <a:t>11/25/2016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546" smtClean="0"/>
              <a:pPr/>
              <a:t>‹#›</a:t>
            </a:fld>
            <a:endParaRPr lang="en-US" sz="546" dirty="0"/>
          </a:p>
        </p:txBody>
      </p:sp>
      <p:sp>
        <p:nvSpPr>
          <p:cNvPr id="5" name="Rectangle 4"/>
          <p:cNvSpPr/>
          <p:nvPr/>
        </p:nvSpPr>
        <p:spPr>
          <a:xfrm>
            <a:off x="8134645" y="5157218"/>
            <a:ext cx="717452" cy="52967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803"/>
          </a:p>
        </p:txBody>
      </p:sp>
      <p:sp>
        <p:nvSpPr>
          <p:cNvPr id="7" name="Freeform 11"/>
          <p:cNvSpPr>
            <a:spLocks/>
          </p:cNvSpPr>
          <p:nvPr userDrawn="1"/>
        </p:nvSpPr>
        <p:spPr bwMode="auto">
          <a:xfrm flipV="1">
            <a:off x="8256678" y="5370097"/>
            <a:ext cx="475371" cy="302396"/>
          </a:xfrm>
          <a:custGeom>
            <a:avLst/>
            <a:gdLst>
              <a:gd name="T0" fmla="*/ 365 w 367"/>
              <a:gd name="T1" fmla="*/ 50 h 106"/>
              <a:gd name="T2" fmla="*/ 317 w 367"/>
              <a:gd name="T3" fmla="*/ 2 h 106"/>
              <a:gd name="T4" fmla="*/ 316 w 367"/>
              <a:gd name="T5" fmla="*/ 1 h 106"/>
              <a:gd name="T6" fmla="*/ 313 w 367"/>
              <a:gd name="T7" fmla="*/ 0 h 106"/>
              <a:gd name="T8" fmla="*/ 294 w 367"/>
              <a:gd name="T9" fmla="*/ 0 h 106"/>
              <a:gd name="T10" fmla="*/ 5 w 367"/>
              <a:gd name="T11" fmla="*/ 0 h 106"/>
              <a:gd name="T12" fmla="*/ 0 w 367"/>
              <a:gd name="T13" fmla="*/ 0 h 106"/>
              <a:gd name="T14" fmla="*/ 0 w 367"/>
              <a:gd name="T15" fmla="*/ 5 h 106"/>
              <a:gd name="T16" fmla="*/ 0 w 367"/>
              <a:gd name="T17" fmla="*/ 100 h 106"/>
              <a:gd name="T18" fmla="*/ 0 w 367"/>
              <a:gd name="T19" fmla="*/ 106 h 106"/>
              <a:gd name="T20" fmla="*/ 5 w 367"/>
              <a:gd name="T21" fmla="*/ 106 h 106"/>
              <a:gd name="T22" fmla="*/ 294 w 367"/>
              <a:gd name="T23" fmla="*/ 106 h 106"/>
              <a:gd name="T24" fmla="*/ 313 w 367"/>
              <a:gd name="T25" fmla="*/ 106 h 106"/>
              <a:gd name="T26" fmla="*/ 316 w 367"/>
              <a:gd name="T27" fmla="*/ 105 h 106"/>
              <a:gd name="T28" fmla="*/ 317 w 367"/>
              <a:gd name="T29" fmla="*/ 104 h 106"/>
              <a:gd name="T30" fmla="*/ 365 w 367"/>
              <a:gd name="T31" fmla="*/ 56 h 106"/>
              <a:gd name="T32" fmla="*/ 365 w 367"/>
              <a:gd name="T33" fmla="*/ 50 h 106"/>
              <a:gd name="connsiteX0" fmla="*/ 9946 w 9946"/>
              <a:gd name="connsiteY0" fmla="*/ 4717 h 10000"/>
              <a:gd name="connsiteX1" fmla="*/ 8638 w 9946"/>
              <a:gd name="connsiteY1" fmla="*/ 189 h 10000"/>
              <a:gd name="connsiteX2" fmla="*/ 8610 w 9946"/>
              <a:gd name="connsiteY2" fmla="*/ 94 h 10000"/>
              <a:gd name="connsiteX3" fmla="*/ 8529 w 9946"/>
              <a:gd name="connsiteY3" fmla="*/ 0 h 10000"/>
              <a:gd name="connsiteX4" fmla="*/ 8011 w 9946"/>
              <a:gd name="connsiteY4" fmla="*/ 0 h 10000"/>
              <a:gd name="connsiteX5" fmla="*/ 874 w 9946"/>
              <a:gd name="connsiteY5" fmla="*/ 70 h 10000"/>
              <a:gd name="connsiteX6" fmla="*/ 136 w 9946"/>
              <a:gd name="connsiteY6" fmla="*/ 0 h 10000"/>
              <a:gd name="connsiteX7" fmla="*/ 0 w 9946"/>
              <a:gd name="connsiteY7" fmla="*/ 0 h 10000"/>
              <a:gd name="connsiteX8" fmla="*/ 0 w 9946"/>
              <a:gd name="connsiteY8" fmla="*/ 472 h 10000"/>
              <a:gd name="connsiteX9" fmla="*/ 0 w 9946"/>
              <a:gd name="connsiteY9" fmla="*/ 9434 h 10000"/>
              <a:gd name="connsiteX10" fmla="*/ 0 w 9946"/>
              <a:gd name="connsiteY10" fmla="*/ 10000 h 10000"/>
              <a:gd name="connsiteX11" fmla="*/ 136 w 9946"/>
              <a:gd name="connsiteY11" fmla="*/ 10000 h 10000"/>
              <a:gd name="connsiteX12" fmla="*/ 8011 w 9946"/>
              <a:gd name="connsiteY12" fmla="*/ 10000 h 10000"/>
              <a:gd name="connsiteX13" fmla="*/ 8529 w 9946"/>
              <a:gd name="connsiteY13" fmla="*/ 10000 h 10000"/>
              <a:gd name="connsiteX14" fmla="*/ 8610 w 9946"/>
              <a:gd name="connsiteY14" fmla="*/ 9906 h 10000"/>
              <a:gd name="connsiteX15" fmla="*/ 8638 w 9946"/>
              <a:gd name="connsiteY15" fmla="*/ 9811 h 10000"/>
              <a:gd name="connsiteX16" fmla="*/ 9946 w 9946"/>
              <a:gd name="connsiteY16" fmla="*/ 5283 h 10000"/>
              <a:gd name="connsiteX17" fmla="*/ 9946 w 9946"/>
              <a:gd name="connsiteY17" fmla="*/ 4717 h 10000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0 w 10000"/>
              <a:gd name="connsiteY10" fmla="*/ 10000 h 10034"/>
              <a:gd name="connsiteX11" fmla="*/ 137 w 10000"/>
              <a:gd name="connsiteY11" fmla="*/ 10000 h 10034"/>
              <a:gd name="connsiteX12" fmla="*/ 903 w 10000"/>
              <a:gd name="connsiteY12" fmla="*/ 10034 h 10034"/>
              <a:gd name="connsiteX13" fmla="*/ 8054 w 10000"/>
              <a:gd name="connsiteY13" fmla="*/ 10000 h 10034"/>
              <a:gd name="connsiteX14" fmla="*/ 8575 w 10000"/>
              <a:gd name="connsiteY14" fmla="*/ 10000 h 10034"/>
              <a:gd name="connsiteX15" fmla="*/ 8657 w 10000"/>
              <a:gd name="connsiteY15" fmla="*/ 9906 h 10034"/>
              <a:gd name="connsiteX16" fmla="*/ 8685 w 10000"/>
              <a:gd name="connsiteY16" fmla="*/ 9811 h 10034"/>
              <a:gd name="connsiteX17" fmla="*/ 10000 w 10000"/>
              <a:gd name="connsiteY17" fmla="*/ 5283 h 10034"/>
              <a:gd name="connsiteX18" fmla="*/ 10000 w 10000"/>
              <a:gd name="connsiteY18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0 w 10000"/>
              <a:gd name="connsiteY10" fmla="*/ 10000 h 10034"/>
              <a:gd name="connsiteX11" fmla="*/ 903 w 10000"/>
              <a:gd name="connsiteY11" fmla="*/ 10034 h 10034"/>
              <a:gd name="connsiteX12" fmla="*/ 8054 w 10000"/>
              <a:gd name="connsiteY12" fmla="*/ 10000 h 10034"/>
              <a:gd name="connsiteX13" fmla="*/ 8575 w 10000"/>
              <a:gd name="connsiteY13" fmla="*/ 10000 h 10034"/>
              <a:gd name="connsiteX14" fmla="*/ 8657 w 10000"/>
              <a:gd name="connsiteY14" fmla="*/ 9906 h 10034"/>
              <a:gd name="connsiteX15" fmla="*/ 8685 w 10000"/>
              <a:gd name="connsiteY15" fmla="*/ 9811 h 10034"/>
              <a:gd name="connsiteX16" fmla="*/ 10000 w 10000"/>
              <a:gd name="connsiteY16" fmla="*/ 5283 h 10034"/>
              <a:gd name="connsiteX17" fmla="*/ 10000 w 10000"/>
              <a:gd name="connsiteY17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903 w 10000"/>
              <a:gd name="connsiteY10" fmla="*/ 10034 h 10034"/>
              <a:gd name="connsiteX11" fmla="*/ 8054 w 10000"/>
              <a:gd name="connsiteY11" fmla="*/ 10000 h 10034"/>
              <a:gd name="connsiteX12" fmla="*/ 8575 w 10000"/>
              <a:gd name="connsiteY12" fmla="*/ 10000 h 10034"/>
              <a:gd name="connsiteX13" fmla="*/ 8657 w 10000"/>
              <a:gd name="connsiteY13" fmla="*/ 9906 h 10034"/>
              <a:gd name="connsiteX14" fmla="*/ 8685 w 10000"/>
              <a:gd name="connsiteY14" fmla="*/ 9811 h 10034"/>
              <a:gd name="connsiteX15" fmla="*/ 10000 w 10000"/>
              <a:gd name="connsiteY15" fmla="*/ 5283 h 10034"/>
              <a:gd name="connsiteX16" fmla="*/ 10000 w 10000"/>
              <a:gd name="connsiteY16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903 w 10000"/>
              <a:gd name="connsiteY9" fmla="*/ 10034 h 10034"/>
              <a:gd name="connsiteX10" fmla="*/ 8054 w 10000"/>
              <a:gd name="connsiteY10" fmla="*/ 10000 h 10034"/>
              <a:gd name="connsiteX11" fmla="*/ 8575 w 10000"/>
              <a:gd name="connsiteY11" fmla="*/ 10000 h 10034"/>
              <a:gd name="connsiteX12" fmla="*/ 8657 w 10000"/>
              <a:gd name="connsiteY12" fmla="*/ 9906 h 10034"/>
              <a:gd name="connsiteX13" fmla="*/ 8685 w 10000"/>
              <a:gd name="connsiteY13" fmla="*/ 9811 h 10034"/>
              <a:gd name="connsiteX14" fmla="*/ 10000 w 10000"/>
              <a:gd name="connsiteY14" fmla="*/ 5283 h 10034"/>
              <a:gd name="connsiteX15" fmla="*/ 10000 w 10000"/>
              <a:gd name="connsiteY15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903 w 10000"/>
              <a:gd name="connsiteY8" fmla="*/ 10034 h 10034"/>
              <a:gd name="connsiteX9" fmla="*/ 8054 w 10000"/>
              <a:gd name="connsiteY9" fmla="*/ 10000 h 10034"/>
              <a:gd name="connsiteX10" fmla="*/ 8575 w 10000"/>
              <a:gd name="connsiteY10" fmla="*/ 10000 h 10034"/>
              <a:gd name="connsiteX11" fmla="*/ 8657 w 10000"/>
              <a:gd name="connsiteY11" fmla="*/ 9906 h 10034"/>
              <a:gd name="connsiteX12" fmla="*/ 8685 w 10000"/>
              <a:gd name="connsiteY12" fmla="*/ 9811 h 10034"/>
              <a:gd name="connsiteX13" fmla="*/ 10000 w 10000"/>
              <a:gd name="connsiteY13" fmla="*/ 5283 h 10034"/>
              <a:gd name="connsiteX14" fmla="*/ 10000 w 10000"/>
              <a:gd name="connsiteY14" fmla="*/ 4717 h 10034"/>
              <a:gd name="connsiteX0" fmla="*/ 9863 w 9863"/>
              <a:gd name="connsiteY0" fmla="*/ 4717 h 10034"/>
              <a:gd name="connsiteX1" fmla="*/ 8548 w 9863"/>
              <a:gd name="connsiteY1" fmla="*/ 189 h 10034"/>
              <a:gd name="connsiteX2" fmla="*/ 8520 w 9863"/>
              <a:gd name="connsiteY2" fmla="*/ 94 h 10034"/>
              <a:gd name="connsiteX3" fmla="*/ 8438 w 9863"/>
              <a:gd name="connsiteY3" fmla="*/ 0 h 10034"/>
              <a:gd name="connsiteX4" fmla="*/ 7917 w 9863"/>
              <a:gd name="connsiteY4" fmla="*/ 0 h 10034"/>
              <a:gd name="connsiteX5" fmla="*/ 742 w 9863"/>
              <a:gd name="connsiteY5" fmla="*/ 70 h 10034"/>
              <a:gd name="connsiteX6" fmla="*/ 0 w 9863"/>
              <a:gd name="connsiteY6" fmla="*/ 0 h 10034"/>
              <a:gd name="connsiteX7" fmla="*/ 766 w 9863"/>
              <a:gd name="connsiteY7" fmla="*/ 10034 h 10034"/>
              <a:gd name="connsiteX8" fmla="*/ 7917 w 9863"/>
              <a:gd name="connsiteY8" fmla="*/ 10000 h 10034"/>
              <a:gd name="connsiteX9" fmla="*/ 8438 w 9863"/>
              <a:gd name="connsiteY9" fmla="*/ 10000 h 10034"/>
              <a:gd name="connsiteX10" fmla="*/ 8520 w 9863"/>
              <a:gd name="connsiteY10" fmla="*/ 9906 h 10034"/>
              <a:gd name="connsiteX11" fmla="*/ 8548 w 9863"/>
              <a:gd name="connsiteY11" fmla="*/ 9811 h 10034"/>
              <a:gd name="connsiteX12" fmla="*/ 9863 w 9863"/>
              <a:gd name="connsiteY12" fmla="*/ 5283 h 10034"/>
              <a:gd name="connsiteX13" fmla="*/ 9863 w 9863"/>
              <a:gd name="connsiteY13" fmla="*/ 4717 h 10034"/>
              <a:gd name="connsiteX0" fmla="*/ 9248 w 9248"/>
              <a:gd name="connsiteY0" fmla="*/ 4701 h 10000"/>
              <a:gd name="connsiteX1" fmla="*/ 7915 w 9248"/>
              <a:gd name="connsiteY1" fmla="*/ 188 h 10000"/>
              <a:gd name="connsiteX2" fmla="*/ 7886 w 9248"/>
              <a:gd name="connsiteY2" fmla="*/ 94 h 10000"/>
              <a:gd name="connsiteX3" fmla="*/ 7803 w 9248"/>
              <a:gd name="connsiteY3" fmla="*/ 0 h 10000"/>
              <a:gd name="connsiteX4" fmla="*/ 7275 w 9248"/>
              <a:gd name="connsiteY4" fmla="*/ 0 h 10000"/>
              <a:gd name="connsiteX5" fmla="*/ 0 w 9248"/>
              <a:gd name="connsiteY5" fmla="*/ 70 h 10000"/>
              <a:gd name="connsiteX6" fmla="*/ 25 w 9248"/>
              <a:gd name="connsiteY6" fmla="*/ 10000 h 10000"/>
              <a:gd name="connsiteX7" fmla="*/ 7275 w 9248"/>
              <a:gd name="connsiteY7" fmla="*/ 9966 h 10000"/>
              <a:gd name="connsiteX8" fmla="*/ 7803 w 9248"/>
              <a:gd name="connsiteY8" fmla="*/ 9966 h 10000"/>
              <a:gd name="connsiteX9" fmla="*/ 7886 w 9248"/>
              <a:gd name="connsiteY9" fmla="*/ 9872 h 10000"/>
              <a:gd name="connsiteX10" fmla="*/ 7915 w 9248"/>
              <a:gd name="connsiteY10" fmla="*/ 9778 h 10000"/>
              <a:gd name="connsiteX11" fmla="*/ 9248 w 9248"/>
              <a:gd name="connsiteY11" fmla="*/ 5265 h 10000"/>
              <a:gd name="connsiteX12" fmla="*/ 9248 w 9248"/>
              <a:gd name="connsiteY12" fmla="*/ 4701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35662" tIns="17831" rIns="35662" bIns="17831" numCol="1" anchor="t" anchorCtr="0" compatLnSpc="1">
            <a:prstTxWarp prst="textNoShape">
              <a:avLst/>
            </a:prstTxWarp>
          </a:bodyPr>
          <a:lstStyle/>
          <a:p>
            <a:endParaRPr lang="en-US" sz="703"/>
          </a:p>
        </p:txBody>
      </p:sp>
      <p:sp>
        <p:nvSpPr>
          <p:cNvPr id="8" name="TextBox 7"/>
          <p:cNvSpPr txBox="1"/>
          <p:nvPr userDrawn="1"/>
        </p:nvSpPr>
        <p:spPr>
          <a:xfrm>
            <a:off x="8152484" y="5370098"/>
            <a:ext cx="579565" cy="30008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5624315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86843"/>
            <a:ext cx="4038600" cy="3922501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86843"/>
            <a:ext cx="4038600" cy="3922501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F119C21-0AE2-BC4D-843C-BE82E03062E5}" type="datetime1">
              <a:rPr lang="en-US" smtClean="0"/>
              <a:t>11/25/2016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546" smtClean="0"/>
              <a:pPr/>
              <a:t>‹#›</a:t>
            </a:fld>
            <a:endParaRPr lang="en-US" sz="546" dirty="0"/>
          </a:p>
        </p:txBody>
      </p:sp>
      <p:sp>
        <p:nvSpPr>
          <p:cNvPr id="8" name="Freeform 11"/>
          <p:cNvSpPr>
            <a:spLocks/>
          </p:cNvSpPr>
          <p:nvPr/>
        </p:nvSpPr>
        <p:spPr bwMode="auto">
          <a:xfrm flipV="1">
            <a:off x="8256673" y="5370096"/>
            <a:ext cx="475370" cy="302395"/>
          </a:xfrm>
          <a:custGeom>
            <a:avLst/>
            <a:gdLst>
              <a:gd name="T0" fmla="*/ 365 w 367"/>
              <a:gd name="T1" fmla="*/ 50 h 106"/>
              <a:gd name="T2" fmla="*/ 317 w 367"/>
              <a:gd name="T3" fmla="*/ 2 h 106"/>
              <a:gd name="T4" fmla="*/ 316 w 367"/>
              <a:gd name="T5" fmla="*/ 1 h 106"/>
              <a:gd name="T6" fmla="*/ 313 w 367"/>
              <a:gd name="T7" fmla="*/ 0 h 106"/>
              <a:gd name="T8" fmla="*/ 294 w 367"/>
              <a:gd name="T9" fmla="*/ 0 h 106"/>
              <a:gd name="T10" fmla="*/ 5 w 367"/>
              <a:gd name="T11" fmla="*/ 0 h 106"/>
              <a:gd name="T12" fmla="*/ 0 w 367"/>
              <a:gd name="T13" fmla="*/ 0 h 106"/>
              <a:gd name="T14" fmla="*/ 0 w 367"/>
              <a:gd name="T15" fmla="*/ 5 h 106"/>
              <a:gd name="T16" fmla="*/ 0 w 367"/>
              <a:gd name="T17" fmla="*/ 100 h 106"/>
              <a:gd name="T18" fmla="*/ 0 w 367"/>
              <a:gd name="T19" fmla="*/ 106 h 106"/>
              <a:gd name="T20" fmla="*/ 5 w 367"/>
              <a:gd name="T21" fmla="*/ 106 h 106"/>
              <a:gd name="T22" fmla="*/ 294 w 367"/>
              <a:gd name="T23" fmla="*/ 106 h 106"/>
              <a:gd name="T24" fmla="*/ 313 w 367"/>
              <a:gd name="T25" fmla="*/ 106 h 106"/>
              <a:gd name="T26" fmla="*/ 316 w 367"/>
              <a:gd name="T27" fmla="*/ 105 h 106"/>
              <a:gd name="T28" fmla="*/ 317 w 367"/>
              <a:gd name="T29" fmla="*/ 104 h 106"/>
              <a:gd name="T30" fmla="*/ 365 w 367"/>
              <a:gd name="T31" fmla="*/ 56 h 106"/>
              <a:gd name="T32" fmla="*/ 365 w 367"/>
              <a:gd name="T33" fmla="*/ 50 h 106"/>
              <a:gd name="connsiteX0" fmla="*/ 9946 w 9946"/>
              <a:gd name="connsiteY0" fmla="*/ 4717 h 10000"/>
              <a:gd name="connsiteX1" fmla="*/ 8638 w 9946"/>
              <a:gd name="connsiteY1" fmla="*/ 189 h 10000"/>
              <a:gd name="connsiteX2" fmla="*/ 8610 w 9946"/>
              <a:gd name="connsiteY2" fmla="*/ 94 h 10000"/>
              <a:gd name="connsiteX3" fmla="*/ 8529 w 9946"/>
              <a:gd name="connsiteY3" fmla="*/ 0 h 10000"/>
              <a:gd name="connsiteX4" fmla="*/ 8011 w 9946"/>
              <a:gd name="connsiteY4" fmla="*/ 0 h 10000"/>
              <a:gd name="connsiteX5" fmla="*/ 874 w 9946"/>
              <a:gd name="connsiteY5" fmla="*/ 70 h 10000"/>
              <a:gd name="connsiteX6" fmla="*/ 136 w 9946"/>
              <a:gd name="connsiteY6" fmla="*/ 0 h 10000"/>
              <a:gd name="connsiteX7" fmla="*/ 0 w 9946"/>
              <a:gd name="connsiteY7" fmla="*/ 0 h 10000"/>
              <a:gd name="connsiteX8" fmla="*/ 0 w 9946"/>
              <a:gd name="connsiteY8" fmla="*/ 472 h 10000"/>
              <a:gd name="connsiteX9" fmla="*/ 0 w 9946"/>
              <a:gd name="connsiteY9" fmla="*/ 9434 h 10000"/>
              <a:gd name="connsiteX10" fmla="*/ 0 w 9946"/>
              <a:gd name="connsiteY10" fmla="*/ 10000 h 10000"/>
              <a:gd name="connsiteX11" fmla="*/ 136 w 9946"/>
              <a:gd name="connsiteY11" fmla="*/ 10000 h 10000"/>
              <a:gd name="connsiteX12" fmla="*/ 8011 w 9946"/>
              <a:gd name="connsiteY12" fmla="*/ 10000 h 10000"/>
              <a:gd name="connsiteX13" fmla="*/ 8529 w 9946"/>
              <a:gd name="connsiteY13" fmla="*/ 10000 h 10000"/>
              <a:gd name="connsiteX14" fmla="*/ 8610 w 9946"/>
              <a:gd name="connsiteY14" fmla="*/ 9906 h 10000"/>
              <a:gd name="connsiteX15" fmla="*/ 8638 w 9946"/>
              <a:gd name="connsiteY15" fmla="*/ 9811 h 10000"/>
              <a:gd name="connsiteX16" fmla="*/ 9946 w 9946"/>
              <a:gd name="connsiteY16" fmla="*/ 5283 h 10000"/>
              <a:gd name="connsiteX17" fmla="*/ 9946 w 9946"/>
              <a:gd name="connsiteY17" fmla="*/ 4717 h 10000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0 w 10000"/>
              <a:gd name="connsiteY10" fmla="*/ 10000 h 10034"/>
              <a:gd name="connsiteX11" fmla="*/ 137 w 10000"/>
              <a:gd name="connsiteY11" fmla="*/ 10000 h 10034"/>
              <a:gd name="connsiteX12" fmla="*/ 903 w 10000"/>
              <a:gd name="connsiteY12" fmla="*/ 10034 h 10034"/>
              <a:gd name="connsiteX13" fmla="*/ 8054 w 10000"/>
              <a:gd name="connsiteY13" fmla="*/ 10000 h 10034"/>
              <a:gd name="connsiteX14" fmla="*/ 8575 w 10000"/>
              <a:gd name="connsiteY14" fmla="*/ 10000 h 10034"/>
              <a:gd name="connsiteX15" fmla="*/ 8657 w 10000"/>
              <a:gd name="connsiteY15" fmla="*/ 9906 h 10034"/>
              <a:gd name="connsiteX16" fmla="*/ 8685 w 10000"/>
              <a:gd name="connsiteY16" fmla="*/ 9811 h 10034"/>
              <a:gd name="connsiteX17" fmla="*/ 10000 w 10000"/>
              <a:gd name="connsiteY17" fmla="*/ 5283 h 10034"/>
              <a:gd name="connsiteX18" fmla="*/ 10000 w 10000"/>
              <a:gd name="connsiteY18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0 w 10000"/>
              <a:gd name="connsiteY10" fmla="*/ 10000 h 10034"/>
              <a:gd name="connsiteX11" fmla="*/ 903 w 10000"/>
              <a:gd name="connsiteY11" fmla="*/ 10034 h 10034"/>
              <a:gd name="connsiteX12" fmla="*/ 8054 w 10000"/>
              <a:gd name="connsiteY12" fmla="*/ 10000 h 10034"/>
              <a:gd name="connsiteX13" fmla="*/ 8575 w 10000"/>
              <a:gd name="connsiteY13" fmla="*/ 10000 h 10034"/>
              <a:gd name="connsiteX14" fmla="*/ 8657 w 10000"/>
              <a:gd name="connsiteY14" fmla="*/ 9906 h 10034"/>
              <a:gd name="connsiteX15" fmla="*/ 8685 w 10000"/>
              <a:gd name="connsiteY15" fmla="*/ 9811 h 10034"/>
              <a:gd name="connsiteX16" fmla="*/ 10000 w 10000"/>
              <a:gd name="connsiteY16" fmla="*/ 5283 h 10034"/>
              <a:gd name="connsiteX17" fmla="*/ 10000 w 10000"/>
              <a:gd name="connsiteY17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903 w 10000"/>
              <a:gd name="connsiteY10" fmla="*/ 10034 h 10034"/>
              <a:gd name="connsiteX11" fmla="*/ 8054 w 10000"/>
              <a:gd name="connsiteY11" fmla="*/ 10000 h 10034"/>
              <a:gd name="connsiteX12" fmla="*/ 8575 w 10000"/>
              <a:gd name="connsiteY12" fmla="*/ 10000 h 10034"/>
              <a:gd name="connsiteX13" fmla="*/ 8657 w 10000"/>
              <a:gd name="connsiteY13" fmla="*/ 9906 h 10034"/>
              <a:gd name="connsiteX14" fmla="*/ 8685 w 10000"/>
              <a:gd name="connsiteY14" fmla="*/ 9811 h 10034"/>
              <a:gd name="connsiteX15" fmla="*/ 10000 w 10000"/>
              <a:gd name="connsiteY15" fmla="*/ 5283 h 10034"/>
              <a:gd name="connsiteX16" fmla="*/ 10000 w 10000"/>
              <a:gd name="connsiteY16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903 w 10000"/>
              <a:gd name="connsiteY9" fmla="*/ 10034 h 10034"/>
              <a:gd name="connsiteX10" fmla="*/ 8054 w 10000"/>
              <a:gd name="connsiteY10" fmla="*/ 10000 h 10034"/>
              <a:gd name="connsiteX11" fmla="*/ 8575 w 10000"/>
              <a:gd name="connsiteY11" fmla="*/ 10000 h 10034"/>
              <a:gd name="connsiteX12" fmla="*/ 8657 w 10000"/>
              <a:gd name="connsiteY12" fmla="*/ 9906 h 10034"/>
              <a:gd name="connsiteX13" fmla="*/ 8685 w 10000"/>
              <a:gd name="connsiteY13" fmla="*/ 9811 h 10034"/>
              <a:gd name="connsiteX14" fmla="*/ 10000 w 10000"/>
              <a:gd name="connsiteY14" fmla="*/ 5283 h 10034"/>
              <a:gd name="connsiteX15" fmla="*/ 10000 w 10000"/>
              <a:gd name="connsiteY15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903 w 10000"/>
              <a:gd name="connsiteY8" fmla="*/ 10034 h 10034"/>
              <a:gd name="connsiteX9" fmla="*/ 8054 w 10000"/>
              <a:gd name="connsiteY9" fmla="*/ 10000 h 10034"/>
              <a:gd name="connsiteX10" fmla="*/ 8575 w 10000"/>
              <a:gd name="connsiteY10" fmla="*/ 10000 h 10034"/>
              <a:gd name="connsiteX11" fmla="*/ 8657 w 10000"/>
              <a:gd name="connsiteY11" fmla="*/ 9906 h 10034"/>
              <a:gd name="connsiteX12" fmla="*/ 8685 w 10000"/>
              <a:gd name="connsiteY12" fmla="*/ 9811 h 10034"/>
              <a:gd name="connsiteX13" fmla="*/ 10000 w 10000"/>
              <a:gd name="connsiteY13" fmla="*/ 5283 h 10034"/>
              <a:gd name="connsiteX14" fmla="*/ 10000 w 10000"/>
              <a:gd name="connsiteY14" fmla="*/ 4717 h 10034"/>
              <a:gd name="connsiteX0" fmla="*/ 9863 w 9863"/>
              <a:gd name="connsiteY0" fmla="*/ 4717 h 10034"/>
              <a:gd name="connsiteX1" fmla="*/ 8548 w 9863"/>
              <a:gd name="connsiteY1" fmla="*/ 189 h 10034"/>
              <a:gd name="connsiteX2" fmla="*/ 8520 w 9863"/>
              <a:gd name="connsiteY2" fmla="*/ 94 h 10034"/>
              <a:gd name="connsiteX3" fmla="*/ 8438 w 9863"/>
              <a:gd name="connsiteY3" fmla="*/ 0 h 10034"/>
              <a:gd name="connsiteX4" fmla="*/ 7917 w 9863"/>
              <a:gd name="connsiteY4" fmla="*/ 0 h 10034"/>
              <a:gd name="connsiteX5" fmla="*/ 742 w 9863"/>
              <a:gd name="connsiteY5" fmla="*/ 70 h 10034"/>
              <a:gd name="connsiteX6" fmla="*/ 0 w 9863"/>
              <a:gd name="connsiteY6" fmla="*/ 0 h 10034"/>
              <a:gd name="connsiteX7" fmla="*/ 766 w 9863"/>
              <a:gd name="connsiteY7" fmla="*/ 10034 h 10034"/>
              <a:gd name="connsiteX8" fmla="*/ 7917 w 9863"/>
              <a:gd name="connsiteY8" fmla="*/ 10000 h 10034"/>
              <a:gd name="connsiteX9" fmla="*/ 8438 w 9863"/>
              <a:gd name="connsiteY9" fmla="*/ 10000 h 10034"/>
              <a:gd name="connsiteX10" fmla="*/ 8520 w 9863"/>
              <a:gd name="connsiteY10" fmla="*/ 9906 h 10034"/>
              <a:gd name="connsiteX11" fmla="*/ 8548 w 9863"/>
              <a:gd name="connsiteY11" fmla="*/ 9811 h 10034"/>
              <a:gd name="connsiteX12" fmla="*/ 9863 w 9863"/>
              <a:gd name="connsiteY12" fmla="*/ 5283 h 10034"/>
              <a:gd name="connsiteX13" fmla="*/ 9863 w 9863"/>
              <a:gd name="connsiteY13" fmla="*/ 4717 h 10034"/>
              <a:gd name="connsiteX0" fmla="*/ 9248 w 9248"/>
              <a:gd name="connsiteY0" fmla="*/ 4701 h 10000"/>
              <a:gd name="connsiteX1" fmla="*/ 7915 w 9248"/>
              <a:gd name="connsiteY1" fmla="*/ 188 h 10000"/>
              <a:gd name="connsiteX2" fmla="*/ 7886 w 9248"/>
              <a:gd name="connsiteY2" fmla="*/ 94 h 10000"/>
              <a:gd name="connsiteX3" fmla="*/ 7803 w 9248"/>
              <a:gd name="connsiteY3" fmla="*/ 0 h 10000"/>
              <a:gd name="connsiteX4" fmla="*/ 7275 w 9248"/>
              <a:gd name="connsiteY4" fmla="*/ 0 h 10000"/>
              <a:gd name="connsiteX5" fmla="*/ 0 w 9248"/>
              <a:gd name="connsiteY5" fmla="*/ 70 h 10000"/>
              <a:gd name="connsiteX6" fmla="*/ 25 w 9248"/>
              <a:gd name="connsiteY6" fmla="*/ 10000 h 10000"/>
              <a:gd name="connsiteX7" fmla="*/ 7275 w 9248"/>
              <a:gd name="connsiteY7" fmla="*/ 9966 h 10000"/>
              <a:gd name="connsiteX8" fmla="*/ 7803 w 9248"/>
              <a:gd name="connsiteY8" fmla="*/ 9966 h 10000"/>
              <a:gd name="connsiteX9" fmla="*/ 7886 w 9248"/>
              <a:gd name="connsiteY9" fmla="*/ 9872 h 10000"/>
              <a:gd name="connsiteX10" fmla="*/ 7915 w 9248"/>
              <a:gd name="connsiteY10" fmla="*/ 9778 h 10000"/>
              <a:gd name="connsiteX11" fmla="*/ 9248 w 9248"/>
              <a:gd name="connsiteY11" fmla="*/ 5265 h 10000"/>
              <a:gd name="connsiteX12" fmla="*/ 9248 w 9248"/>
              <a:gd name="connsiteY12" fmla="*/ 4701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51435" tIns="25717" rIns="51435" bIns="25717" numCol="1" anchor="t" anchorCtr="0" compatLnSpc="1">
            <a:prstTxWarp prst="textNoShape">
              <a:avLst/>
            </a:prstTxWarp>
          </a:bodyPr>
          <a:lstStyle/>
          <a:p>
            <a:endParaRPr lang="en-US" sz="803"/>
          </a:p>
        </p:txBody>
      </p:sp>
      <p:sp>
        <p:nvSpPr>
          <p:cNvPr id="9" name="Freeform 11"/>
          <p:cNvSpPr>
            <a:spLocks/>
          </p:cNvSpPr>
          <p:nvPr userDrawn="1"/>
        </p:nvSpPr>
        <p:spPr bwMode="auto">
          <a:xfrm flipV="1">
            <a:off x="8256678" y="5370097"/>
            <a:ext cx="475371" cy="302396"/>
          </a:xfrm>
          <a:custGeom>
            <a:avLst/>
            <a:gdLst>
              <a:gd name="T0" fmla="*/ 365 w 367"/>
              <a:gd name="T1" fmla="*/ 50 h 106"/>
              <a:gd name="T2" fmla="*/ 317 w 367"/>
              <a:gd name="T3" fmla="*/ 2 h 106"/>
              <a:gd name="T4" fmla="*/ 316 w 367"/>
              <a:gd name="T5" fmla="*/ 1 h 106"/>
              <a:gd name="T6" fmla="*/ 313 w 367"/>
              <a:gd name="T7" fmla="*/ 0 h 106"/>
              <a:gd name="T8" fmla="*/ 294 w 367"/>
              <a:gd name="T9" fmla="*/ 0 h 106"/>
              <a:gd name="T10" fmla="*/ 5 w 367"/>
              <a:gd name="T11" fmla="*/ 0 h 106"/>
              <a:gd name="T12" fmla="*/ 0 w 367"/>
              <a:gd name="T13" fmla="*/ 0 h 106"/>
              <a:gd name="T14" fmla="*/ 0 w 367"/>
              <a:gd name="T15" fmla="*/ 5 h 106"/>
              <a:gd name="T16" fmla="*/ 0 w 367"/>
              <a:gd name="T17" fmla="*/ 100 h 106"/>
              <a:gd name="T18" fmla="*/ 0 w 367"/>
              <a:gd name="T19" fmla="*/ 106 h 106"/>
              <a:gd name="T20" fmla="*/ 5 w 367"/>
              <a:gd name="T21" fmla="*/ 106 h 106"/>
              <a:gd name="T22" fmla="*/ 294 w 367"/>
              <a:gd name="T23" fmla="*/ 106 h 106"/>
              <a:gd name="T24" fmla="*/ 313 w 367"/>
              <a:gd name="T25" fmla="*/ 106 h 106"/>
              <a:gd name="T26" fmla="*/ 316 w 367"/>
              <a:gd name="T27" fmla="*/ 105 h 106"/>
              <a:gd name="T28" fmla="*/ 317 w 367"/>
              <a:gd name="T29" fmla="*/ 104 h 106"/>
              <a:gd name="T30" fmla="*/ 365 w 367"/>
              <a:gd name="T31" fmla="*/ 56 h 106"/>
              <a:gd name="T32" fmla="*/ 365 w 367"/>
              <a:gd name="T33" fmla="*/ 50 h 106"/>
              <a:gd name="connsiteX0" fmla="*/ 9946 w 9946"/>
              <a:gd name="connsiteY0" fmla="*/ 4717 h 10000"/>
              <a:gd name="connsiteX1" fmla="*/ 8638 w 9946"/>
              <a:gd name="connsiteY1" fmla="*/ 189 h 10000"/>
              <a:gd name="connsiteX2" fmla="*/ 8610 w 9946"/>
              <a:gd name="connsiteY2" fmla="*/ 94 h 10000"/>
              <a:gd name="connsiteX3" fmla="*/ 8529 w 9946"/>
              <a:gd name="connsiteY3" fmla="*/ 0 h 10000"/>
              <a:gd name="connsiteX4" fmla="*/ 8011 w 9946"/>
              <a:gd name="connsiteY4" fmla="*/ 0 h 10000"/>
              <a:gd name="connsiteX5" fmla="*/ 874 w 9946"/>
              <a:gd name="connsiteY5" fmla="*/ 70 h 10000"/>
              <a:gd name="connsiteX6" fmla="*/ 136 w 9946"/>
              <a:gd name="connsiteY6" fmla="*/ 0 h 10000"/>
              <a:gd name="connsiteX7" fmla="*/ 0 w 9946"/>
              <a:gd name="connsiteY7" fmla="*/ 0 h 10000"/>
              <a:gd name="connsiteX8" fmla="*/ 0 w 9946"/>
              <a:gd name="connsiteY8" fmla="*/ 472 h 10000"/>
              <a:gd name="connsiteX9" fmla="*/ 0 w 9946"/>
              <a:gd name="connsiteY9" fmla="*/ 9434 h 10000"/>
              <a:gd name="connsiteX10" fmla="*/ 0 w 9946"/>
              <a:gd name="connsiteY10" fmla="*/ 10000 h 10000"/>
              <a:gd name="connsiteX11" fmla="*/ 136 w 9946"/>
              <a:gd name="connsiteY11" fmla="*/ 10000 h 10000"/>
              <a:gd name="connsiteX12" fmla="*/ 8011 w 9946"/>
              <a:gd name="connsiteY12" fmla="*/ 10000 h 10000"/>
              <a:gd name="connsiteX13" fmla="*/ 8529 w 9946"/>
              <a:gd name="connsiteY13" fmla="*/ 10000 h 10000"/>
              <a:gd name="connsiteX14" fmla="*/ 8610 w 9946"/>
              <a:gd name="connsiteY14" fmla="*/ 9906 h 10000"/>
              <a:gd name="connsiteX15" fmla="*/ 8638 w 9946"/>
              <a:gd name="connsiteY15" fmla="*/ 9811 h 10000"/>
              <a:gd name="connsiteX16" fmla="*/ 9946 w 9946"/>
              <a:gd name="connsiteY16" fmla="*/ 5283 h 10000"/>
              <a:gd name="connsiteX17" fmla="*/ 9946 w 9946"/>
              <a:gd name="connsiteY17" fmla="*/ 4717 h 10000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0 w 10000"/>
              <a:gd name="connsiteY10" fmla="*/ 10000 h 10034"/>
              <a:gd name="connsiteX11" fmla="*/ 137 w 10000"/>
              <a:gd name="connsiteY11" fmla="*/ 10000 h 10034"/>
              <a:gd name="connsiteX12" fmla="*/ 903 w 10000"/>
              <a:gd name="connsiteY12" fmla="*/ 10034 h 10034"/>
              <a:gd name="connsiteX13" fmla="*/ 8054 w 10000"/>
              <a:gd name="connsiteY13" fmla="*/ 10000 h 10034"/>
              <a:gd name="connsiteX14" fmla="*/ 8575 w 10000"/>
              <a:gd name="connsiteY14" fmla="*/ 10000 h 10034"/>
              <a:gd name="connsiteX15" fmla="*/ 8657 w 10000"/>
              <a:gd name="connsiteY15" fmla="*/ 9906 h 10034"/>
              <a:gd name="connsiteX16" fmla="*/ 8685 w 10000"/>
              <a:gd name="connsiteY16" fmla="*/ 9811 h 10034"/>
              <a:gd name="connsiteX17" fmla="*/ 10000 w 10000"/>
              <a:gd name="connsiteY17" fmla="*/ 5283 h 10034"/>
              <a:gd name="connsiteX18" fmla="*/ 10000 w 10000"/>
              <a:gd name="connsiteY18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0 w 10000"/>
              <a:gd name="connsiteY10" fmla="*/ 10000 h 10034"/>
              <a:gd name="connsiteX11" fmla="*/ 903 w 10000"/>
              <a:gd name="connsiteY11" fmla="*/ 10034 h 10034"/>
              <a:gd name="connsiteX12" fmla="*/ 8054 w 10000"/>
              <a:gd name="connsiteY12" fmla="*/ 10000 h 10034"/>
              <a:gd name="connsiteX13" fmla="*/ 8575 w 10000"/>
              <a:gd name="connsiteY13" fmla="*/ 10000 h 10034"/>
              <a:gd name="connsiteX14" fmla="*/ 8657 w 10000"/>
              <a:gd name="connsiteY14" fmla="*/ 9906 h 10034"/>
              <a:gd name="connsiteX15" fmla="*/ 8685 w 10000"/>
              <a:gd name="connsiteY15" fmla="*/ 9811 h 10034"/>
              <a:gd name="connsiteX16" fmla="*/ 10000 w 10000"/>
              <a:gd name="connsiteY16" fmla="*/ 5283 h 10034"/>
              <a:gd name="connsiteX17" fmla="*/ 10000 w 10000"/>
              <a:gd name="connsiteY17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903 w 10000"/>
              <a:gd name="connsiteY10" fmla="*/ 10034 h 10034"/>
              <a:gd name="connsiteX11" fmla="*/ 8054 w 10000"/>
              <a:gd name="connsiteY11" fmla="*/ 10000 h 10034"/>
              <a:gd name="connsiteX12" fmla="*/ 8575 w 10000"/>
              <a:gd name="connsiteY12" fmla="*/ 10000 h 10034"/>
              <a:gd name="connsiteX13" fmla="*/ 8657 w 10000"/>
              <a:gd name="connsiteY13" fmla="*/ 9906 h 10034"/>
              <a:gd name="connsiteX14" fmla="*/ 8685 w 10000"/>
              <a:gd name="connsiteY14" fmla="*/ 9811 h 10034"/>
              <a:gd name="connsiteX15" fmla="*/ 10000 w 10000"/>
              <a:gd name="connsiteY15" fmla="*/ 5283 h 10034"/>
              <a:gd name="connsiteX16" fmla="*/ 10000 w 10000"/>
              <a:gd name="connsiteY16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903 w 10000"/>
              <a:gd name="connsiteY9" fmla="*/ 10034 h 10034"/>
              <a:gd name="connsiteX10" fmla="*/ 8054 w 10000"/>
              <a:gd name="connsiteY10" fmla="*/ 10000 h 10034"/>
              <a:gd name="connsiteX11" fmla="*/ 8575 w 10000"/>
              <a:gd name="connsiteY11" fmla="*/ 10000 h 10034"/>
              <a:gd name="connsiteX12" fmla="*/ 8657 w 10000"/>
              <a:gd name="connsiteY12" fmla="*/ 9906 h 10034"/>
              <a:gd name="connsiteX13" fmla="*/ 8685 w 10000"/>
              <a:gd name="connsiteY13" fmla="*/ 9811 h 10034"/>
              <a:gd name="connsiteX14" fmla="*/ 10000 w 10000"/>
              <a:gd name="connsiteY14" fmla="*/ 5283 h 10034"/>
              <a:gd name="connsiteX15" fmla="*/ 10000 w 10000"/>
              <a:gd name="connsiteY15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903 w 10000"/>
              <a:gd name="connsiteY8" fmla="*/ 10034 h 10034"/>
              <a:gd name="connsiteX9" fmla="*/ 8054 w 10000"/>
              <a:gd name="connsiteY9" fmla="*/ 10000 h 10034"/>
              <a:gd name="connsiteX10" fmla="*/ 8575 w 10000"/>
              <a:gd name="connsiteY10" fmla="*/ 10000 h 10034"/>
              <a:gd name="connsiteX11" fmla="*/ 8657 w 10000"/>
              <a:gd name="connsiteY11" fmla="*/ 9906 h 10034"/>
              <a:gd name="connsiteX12" fmla="*/ 8685 w 10000"/>
              <a:gd name="connsiteY12" fmla="*/ 9811 h 10034"/>
              <a:gd name="connsiteX13" fmla="*/ 10000 w 10000"/>
              <a:gd name="connsiteY13" fmla="*/ 5283 h 10034"/>
              <a:gd name="connsiteX14" fmla="*/ 10000 w 10000"/>
              <a:gd name="connsiteY14" fmla="*/ 4717 h 10034"/>
              <a:gd name="connsiteX0" fmla="*/ 9863 w 9863"/>
              <a:gd name="connsiteY0" fmla="*/ 4717 h 10034"/>
              <a:gd name="connsiteX1" fmla="*/ 8548 w 9863"/>
              <a:gd name="connsiteY1" fmla="*/ 189 h 10034"/>
              <a:gd name="connsiteX2" fmla="*/ 8520 w 9863"/>
              <a:gd name="connsiteY2" fmla="*/ 94 h 10034"/>
              <a:gd name="connsiteX3" fmla="*/ 8438 w 9863"/>
              <a:gd name="connsiteY3" fmla="*/ 0 h 10034"/>
              <a:gd name="connsiteX4" fmla="*/ 7917 w 9863"/>
              <a:gd name="connsiteY4" fmla="*/ 0 h 10034"/>
              <a:gd name="connsiteX5" fmla="*/ 742 w 9863"/>
              <a:gd name="connsiteY5" fmla="*/ 70 h 10034"/>
              <a:gd name="connsiteX6" fmla="*/ 0 w 9863"/>
              <a:gd name="connsiteY6" fmla="*/ 0 h 10034"/>
              <a:gd name="connsiteX7" fmla="*/ 766 w 9863"/>
              <a:gd name="connsiteY7" fmla="*/ 10034 h 10034"/>
              <a:gd name="connsiteX8" fmla="*/ 7917 w 9863"/>
              <a:gd name="connsiteY8" fmla="*/ 10000 h 10034"/>
              <a:gd name="connsiteX9" fmla="*/ 8438 w 9863"/>
              <a:gd name="connsiteY9" fmla="*/ 10000 h 10034"/>
              <a:gd name="connsiteX10" fmla="*/ 8520 w 9863"/>
              <a:gd name="connsiteY10" fmla="*/ 9906 h 10034"/>
              <a:gd name="connsiteX11" fmla="*/ 8548 w 9863"/>
              <a:gd name="connsiteY11" fmla="*/ 9811 h 10034"/>
              <a:gd name="connsiteX12" fmla="*/ 9863 w 9863"/>
              <a:gd name="connsiteY12" fmla="*/ 5283 h 10034"/>
              <a:gd name="connsiteX13" fmla="*/ 9863 w 9863"/>
              <a:gd name="connsiteY13" fmla="*/ 4717 h 10034"/>
              <a:gd name="connsiteX0" fmla="*/ 9248 w 9248"/>
              <a:gd name="connsiteY0" fmla="*/ 4701 h 10000"/>
              <a:gd name="connsiteX1" fmla="*/ 7915 w 9248"/>
              <a:gd name="connsiteY1" fmla="*/ 188 h 10000"/>
              <a:gd name="connsiteX2" fmla="*/ 7886 w 9248"/>
              <a:gd name="connsiteY2" fmla="*/ 94 h 10000"/>
              <a:gd name="connsiteX3" fmla="*/ 7803 w 9248"/>
              <a:gd name="connsiteY3" fmla="*/ 0 h 10000"/>
              <a:gd name="connsiteX4" fmla="*/ 7275 w 9248"/>
              <a:gd name="connsiteY4" fmla="*/ 0 h 10000"/>
              <a:gd name="connsiteX5" fmla="*/ 0 w 9248"/>
              <a:gd name="connsiteY5" fmla="*/ 70 h 10000"/>
              <a:gd name="connsiteX6" fmla="*/ 25 w 9248"/>
              <a:gd name="connsiteY6" fmla="*/ 10000 h 10000"/>
              <a:gd name="connsiteX7" fmla="*/ 7275 w 9248"/>
              <a:gd name="connsiteY7" fmla="*/ 9966 h 10000"/>
              <a:gd name="connsiteX8" fmla="*/ 7803 w 9248"/>
              <a:gd name="connsiteY8" fmla="*/ 9966 h 10000"/>
              <a:gd name="connsiteX9" fmla="*/ 7886 w 9248"/>
              <a:gd name="connsiteY9" fmla="*/ 9872 h 10000"/>
              <a:gd name="connsiteX10" fmla="*/ 7915 w 9248"/>
              <a:gd name="connsiteY10" fmla="*/ 9778 h 10000"/>
              <a:gd name="connsiteX11" fmla="*/ 9248 w 9248"/>
              <a:gd name="connsiteY11" fmla="*/ 5265 h 10000"/>
              <a:gd name="connsiteX12" fmla="*/ 9248 w 9248"/>
              <a:gd name="connsiteY12" fmla="*/ 4701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35662" tIns="17831" rIns="35662" bIns="17831" numCol="1" anchor="t" anchorCtr="0" compatLnSpc="1">
            <a:prstTxWarp prst="textNoShape">
              <a:avLst/>
            </a:prstTxWarp>
          </a:bodyPr>
          <a:lstStyle/>
          <a:p>
            <a:endParaRPr lang="en-US" sz="703"/>
          </a:p>
        </p:txBody>
      </p:sp>
      <p:sp>
        <p:nvSpPr>
          <p:cNvPr id="10" name="TextBox 9"/>
          <p:cNvSpPr txBox="1"/>
          <p:nvPr userDrawn="1"/>
        </p:nvSpPr>
        <p:spPr>
          <a:xfrm>
            <a:off x="8152484" y="5370098"/>
            <a:ext cx="579565" cy="30008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0367367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31724"/>
            <a:ext cx="4040188" cy="453168"/>
          </a:xfrm>
        </p:spPr>
        <p:txBody>
          <a:bodyPr anchor="b">
            <a:normAutofit/>
          </a:bodyPr>
          <a:lstStyle>
            <a:lvl1pPr marL="0" indent="0">
              <a:buNone/>
              <a:defRPr sz="1125" b="1"/>
            </a:lvl1pPr>
            <a:lvl2pPr marL="257175" indent="0">
              <a:buNone/>
              <a:defRPr sz="1125" b="1"/>
            </a:lvl2pPr>
            <a:lvl3pPr marL="514349" indent="0">
              <a:buNone/>
              <a:defRPr sz="1013" b="1"/>
            </a:lvl3pPr>
            <a:lvl4pPr marL="771524" indent="0">
              <a:buNone/>
              <a:defRPr sz="901" b="1"/>
            </a:lvl4pPr>
            <a:lvl5pPr marL="1028698" indent="0">
              <a:buNone/>
              <a:defRPr sz="901" b="1"/>
            </a:lvl5pPr>
            <a:lvl6pPr marL="1285873" indent="0">
              <a:buNone/>
              <a:defRPr sz="901" b="1"/>
            </a:lvl6pPr>
            <a:lvl7pPr marL="1543048" indent="0">
              <a:buNone/>
              <a:defRPr sz="901" b="1"/>
            </a:lvl7pPr>
            <a:lvl8pPr marL="1800223" indent="0">
              <a:buNone/>
              <a:defRPr sz="901" b="1"/>
            </a:lvl8pPr>
            <a:lvl9pPr marL="2057397" indent="0">
              <a:buNone/>
              <a:defRPr sz="901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84891"/>
            <a:ext cx="4040188" cy="3424450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1"/>
            </a:lvl4pPr>
            <a:lvl5pPr>
              <a:defRPr sz="901"/>
            </a:lvl5pPr>
            <a:lvl6pPr>
              <a:defRPr sz="901"/>
            </a:lvl6pPr>
            <a:lvl7pPr>
              <a:defRPr sz="901"/>
            </a:lvl7pPr>
            <a:lvl8pPr>
              <a:defRPr sz="901"/>
            </a:lvl8pPr>
            <a:lvl9pPr>
              <a:defRPr sz="901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431724"/>
            <a:ext cx="4041775" cy="453168"/>
          </a:xfrm>
        </p:spPr>
        <p:txBody>
          <a:bodyPr anchor="b">
            <a:normAutofit/>
          </a:bodyPr>
          <a:lstStyle>
            <a:lvl1pPr marL="0" indent="0">
              <a:buNone/>
              <a:defRPr sz="1125" b="1"/>
            </a:lvl1pPr>
            <a:lvl2pPr marL="257175" indent="0">
              <a:buNone/>
              <a:defRPr sz="1125" b="1"/>
            </a:lvl2pPr>
            <a:lvl3pPr marL="514349" indent="0">
              <a:buNone/>
              <a:defRPr sz="1013" b="1"/>
            </a:lvl3pPr>
            <a:lvl4pPr marL="771524" indent="0">
              <a:buNone/>
              <a:defRPr sz="901" b="1"/>
            </a:lvl4pPr>
            <a:lvl5pPr marL="1028698" indent="0">
              <a:buNone/>
              <a:defRPr sz="901" b="1"/>
            </a:lvl5pPr>
            <a:lvl6pPr marL="1285873" indent="0">
              <a:buNone/>
              <a:defRPr sz="901" b="1"/>
            </a:lvl6pPr>
            <a:lvl7pPr marL="1543048" indent="0">
              <a:buNone/>
              <a:defRPr sz="901" b="1"/>
            </a:lvl7pPr>
            <a:lvl8pPr marL="1800223" indent="0">
              <a:buNone/>
              <a:defRPr sz="901" b="1"/>
            </a:lvl8pPr>
            <a:lvl9pPr marL="2057397" indent="0">
              <a:buNone/>
              <a:defRPr sz="901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884891"/>
            <a:ext cx="4041775" cy="3424450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1"/>
            </a:lvl4pPr>
            <a:lvl5pPr>
              <a:defRPr sz="901"/>
            </a:lvl5pPr>
            <a:lvl6pPr>
              <a:defRPr sz="901"/>
            </a:lvl6pPr>
            <a:lvl7pPr>
              <a:defRPr sz="901"/>
            </a:lvl7pPr>
            <a:lvl8pPr>
              <a:defRPr sz="901"/>
            </a:lvl8pPr>
            <a:lvl9pPr>
              <a:defRPr sz="901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E150FC7B-5044-DE40-9EF1-4B21023D85EE}" type="datetime1">
              <a:rPr lang="en-US" smtClean="0"/>
              <a:t>11/25/2016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546" smtClean="0"/>
              <a:pPr/>
              <a:t>‹#›</a:t>
            </a:fld>
            <a:endParaRPr lang="en-US" sz="546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8152484" y="5370098"/>
            <a:ext cx="579565" cy="30008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621247998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5AC67D2-079C-6745-A936-43BC6E106AD5}" type="datetime1">
              <a:rPr lang="en-US" smtClean="0"/>
              <a:t>11/25/2016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546" smtClean="0"/>
              <a:pPr/>
              <a:t>‹#›</a:t>
            </a:fld>
            <a:endParaRPr lang="en-US" sz="546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8152484" y="5370098"/>
            <a:ext cx="579565" cy="30008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617186918"/>
      </p:ext>
    </p:extLst>
  </p:cSld>
  <p:clrMapOvr>
    <a:masterClrMapping/>
  </p:clrMapOvr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9DD40BE-C346-4746-AF7E-3493C08330BD}" type="datetime1">
              <a:rPr lang="en-US" smtClean="0"/>
              <a:t>11/25/2016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546" smtClean="0"/>
              <a:pPr/>
              <a:t>‹#›</a:t>
            </a:fld>
            <a:endParaRPr lang="en-US" sz="546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8152484" y="5370098"/>
            <a:ext cx="579565" cy="30008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929510585"/>
      </p:ext>
    </p:extLst>
  </p:cSld>
  <p:clrMapOvr>
    <a:masterClrMapping/>
  </p:clrMapOvr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937895"/>
            <a:ext cx="3008313" cy="1007110"/>
          </a:xfrm>
        </p:spPr>
        <p:txBody>
          <a:bodyPr anchor="b"/>
          <a:lstStyle>
            <a:lvl1pPr algn="l">
              <a:defRPr sz="1125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937896"/>
            <a:ext cx="5111750" cy="4371447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945007"/>
            <a:ext cx="3008313" cy="3364337"/>
          </a:xfrm>
        </p:spPr>
        <p:txBody>
          <a:bodyPr/>
          <a:lstStyle>
            <a:lvl1pPr marL="0" indent="0">
              <a:buNone/>
              <a:defRPr sz="787"/>
            </a:lvl1pPr>
            <a:lvl2pPr marL="257175" indent="0">
              <a:buNone/>
              <a:defRPr sz="675"/>
            </a:lvl2pPr>
            <a:lvl3pPr marL="514349" indent="0">
              <a:buNone/>
              <a:defRPr sz="562"/>
            </a:lvl3pPr>
            <a:lvl4pPr marL="771524" indent="0">
              <a:buNone/>
              <a:defRPr sz="506"/>
            </a:lvl4pPr>
            <a:lvl5pPr marL="1028698" indent="0">
              <a:buNone/>
              <a:defRPr sz="506"/>
            </a:lvl5pPr>
            <a:lvl6pPr marL="1285873" indent="0">
              <a:buNone/>
              <a:defRPr sz="506"/>
            </a:lvl6pPr>
            <a:lvl7pPr marL="1543048" indent="0">
              <a:buNone/>
              <a:defRPr sz="506"/>
            </a:lvl7pPr>
            <a:lvl8pPr marL="1800223" indent="0">
              <a:buNone/>
              <a:defRPr sz="506"/>
            </a:lvl8pPr>
            <a:lvl9pPr marL="2057397" indent="0">
              <a:buNone/>
              <a:defRPr sz="506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D83A1EC-0728-0C41-ABCE-875DE802A9AF}" type="datetime1">
              <a:rPr lang="en-US" smtClean="0"/>
              <a:t>11/25/2016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546" smtClean="0"/>
              <a:pPr/>
              <a:t>‹#›</a:t>
            </a:fld>
            <a:endParaRPr lang="en-US" sz="546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152484" y="5370098"/>
            <a:ext cx="579565" cy="30008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620960116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160521"/>
            <a:ext cx="5486400" cy="491173"/>
          </a:xfrm>
        </p:spPr>
        <p:txBody>
          <a:bodyPr anchor="b"/>
          <a:lstStyle>
            <a:lvl1pPr algn="l">
              <a:defRPr sz="1125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837607"/>
            <a:ext cx="5486400" cy="3259625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49" indent="0">
              <a:buNone/>
              <a:defRPr sz="1350"/>
            </a:lvl3pPr>
            <a:lvl4pPr marL="771524" indent="0">
              <a:buNone/>
              <a:defRPr sz="1125"/>
            </a:lvl4pPr>
            <a:lvl5pPr marL="1028698" indent="0">
              <a:buNone/>
              <a:defRPr sz="1125"/>
            </a:lvl5pPr>
            <a:lvl6pPr marL="1285873" indent="0">
              <a:buNone/>
              <a:defRPr sz="1125"/>
            </a:lvl6pPr>
            <a:lvl7pPr marL="1543048" indent="0">
              <a:buNone/>
              <a:defRPr sz="1125"/>
            </a:lvl7pPr>
            <a:lvl8pPr marL="1800223" indent="0">
              <a:buNone/>
              <a:defRPr sz="1125"/>
            </a:lvl8pPr>
            <a:lvl9pPr marL="2057397" indent="0">
              <a:buNone/>
              <a:defRPr sz="1125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651694"/>
            <a:ext cx="5486400" cy="697547"/>
          </a:xfrm>
        </p:spPr>
        <p:txBody>
          <a:bodyPr/>
          <a:lstStyle>
            <a:lvl1pPr marL="0" indent="0">
              <a:buNone/>
              <a:defRPr sz="787"/>
            </a:lvl1pPr>
            <a:lvl2pPr marL="257175" indent="0">
              <a:buNone/>
              <a:defRPr sz="675"/>
            </a:lvl2pPr>
            <a:lvl3pPr marL="514349" indent="0">
              <a:buNone/>
              <a:defRPr sz="562"/>
            </a:lvl3pPr>
            <a:lvl4pPr marL="771524" indent="0">
              <a:buNone/>
              <a:defRPr sz="506"/>
            </a:lvl4pPr>
            <a:lvl5pPr marL="1028698" indent="0">
              <a:buNone/>
              <a:defRPr sz="506"/>
            </a:lvl5pPr>
            <a:lvl6pPr marL="1285873" indent="0">
              <a:buNone/>
              <a:defRPr sz="506"/>
            </a:lvl6pPr>
            <a:lvl7pPr marL="1543048" indent="0">
              <a:buNone/>
              <a:defRPr sz="506"/>
            </a:lvl7pPr>
            <a:lvl8pPr marL="1800223" indent="0">
              <a:buNone/>
              <a:defRPr sz="506"/>
            </a:lvl8pPr>
            <a:lvl9pPr marL="2057397" indent="0">
              <a:buNone/>
              <a:defRPr sz="506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741E869-144A-2342-8662-45B9046CCDA7}" type="datetime1">
              <a:rPr lang="en-US" smtClean="0"/>
              <a:t>11/25/2016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546" smtClean="0"/>
              <a:pPr/>
              <a:t>‹#›</a:t>
            </a:fld>
            <a:endParaRPr lang="en-US" sz="546" dirty="0"/>
          </a:p>
        </p:txBody>
      </p:sp>
    </p:spTree>
    <p:extLst>
      <p:ext uri="{BB962C8B-B14F-4D97-AF65-F5344CB8AC3E}">
        <p14:creationId xmlns:p14="http://schemas.microsoft.com/office/powerpoint/2010/main" val="215292541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73B61A7-E2FC-4841-8D50-D99D90597A6B}" type="datetime1">
              <a:rPr lang="en-US" smtClean="0"/>
              <a:t>11/25/2016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546" smtClean="0"/>
              <a:pPr/>
              <a:t>‹#›</a:t>
            </a:fld>
            <a:endParaRPr lang="en-US" sz="546" dirty="0"/>
          </a:p>
        </p:txBody>
      </p:sp>
    </p:spTree>
    <p:extLst>
      <p:ext uri="{BB962C8B-B14F-4D97-AF65-F5344CB8AC3E}">
        <p14:creationId xmlns:p14="http://schemas.microsoft.com/office/powerpoint/2010/main" val="636685845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827867"/>
            <a:ext cx="2057400" cy="448147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827867"/>
            <a:ext cx="6019800" cy="448147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16FE0F7-F64C-4E48-A724-F85AC4A61B60}" type="datetime1">
              <a:rPr lang="en-US" smtClean="0"/>
              <a:t>11/25/2016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546" smtClean="0"/>
              <a:pPr/>
              <a:t>‹#›</a:t>
            </a:fld>
            <a:endParaRPr lang="en-US" sz="546" dirty="0"/>
          </a:p>
        </p:txBody>
      </p:sp>
    </p:spTree>
    <p:extLst>
      <p:ext uri="{BB962C8B-B14F-4D97-AF65-F5344CB8AC3E}">
        <p14:creationId xmlns:p14="http://schemas.microsoft.com/office/powerpoint/2010/main" val="4171708873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54632" y="1390315"/>
            <a:ext cx="3441127" cy="3767199"/>
          </a:xfrm>
        </p:spPr>
        <p:txBody>
          <a:bodyPr>
            <a:normAutofit/>
          </a:bodyPr>
          <a:lstStyle>
            <a:lvl1pPr>
              <a:defRPr sz="1013"/>
            </a:lvl1pPr>
            <a:lvl2pPr>
              <a:defRPr sz="901"/>
            </a:lvl2pPr>
            <a:lvl3pPr>
              <a:defRPr sz="787"/>
            </a:lvl3pPr>
            <a:lvl4pPr>
              <a:defRPr sz="675"/>
            </a:lvl4pPr>
            <a:lvl5pPr>
              <a:defRPr sz="675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12581" y="1383922"/>
            <a:ext cx="3441127" cy="3767199"/>
          </a:xfrm>
        </p:spPr>
        <p:txBody>
          <a:bodyPr>
            <a:normAutofit/>
          </a:bodyPr>
          <a:lstStyle>
            <a:lvl1pPr>
              <a:defRPr sz="1013"/>
            </a:lvl1pPr>
            <a:lvl2pPr>
              <a:defRPr sz="901"/>
            </a:lvl2pPr>
            <a:lvl3pPr>
              <a:defRPr sz="787"/>
            </a:lvl3pPr>
            <a:lvl4pPr>
              <a:defRPr sz="675"/>
            </a:lvl4pPr>
            <a:lvl5pPr>
              <a:defRPr sz="675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Freeform 11"/>
          <p:cNvSpPr>
            <a:spLocks/>
          </p:cNvSpPr>
          <p:nvPr/>
        </p:nvSpPr>
        <p:spPr bwMode="auto">
          <a:xfrm flipV="1">
            <a:off x="8256673" y="5370096"/>
            <a:ext cx="475370" cy="302395"/>
          </a:xfrm>
          <a:custGeom>
            <a:avLst/>
            <a:gdLst>
              <a:gd name="T0" fmla="*/ 365 w 367"/>
              <a:gd name="T1" fmla="*/ 50 h 106"/>
              <a:gd name="T2" fmla="*/ 317 w 367"/>
              <a:gd name="T3" fmla="*/ 2 h 106"/>
              <a:gd name="T4" fmla="*/ 316 w 367"/>
              <a:gd name="T5" fmla="*/ 1 h 106"/>
              <a:gd name="T6" fmla="*/ 313 w 367"/>
              <a:gd name="T7" fmla="*/ 0 h 106"/>
              <a:gd name="T8" fmla="*/ 294 w 367"/>
              <a:gd name="T9" fmla="*/ 0 h 106"/>
              <a:gd name="T10" fmla="*/ 5 w 367"/>
              <a:gd name="T11" fmla="*/ 0 h 106"/>
              <a:gd name="T12" fmla="*/ 0 w 367"/>
              <a:gd name="T13" fmla="*/ 0 h 106"/>
              <a:gd name="T14" fmla="*/ 0 w 367"/>
              <a:gd name="T15" fmla="*/ 5 h 106"/>
              <a:gd name="T16" fmla="*/ 0 w 367"/>
              <a:gd name="T17" fmla="*/ 100 h 106"/>
              <a:gd name="T18" fmla="*/ 0 w 367"/>
              <a:gd name="T19" fmla="*/ 106 h 106"/>
              <a:gd name="T20" fmla="*/ 5 w 367"/>
              <a:gd name="T21" fmla="*/ 106 h 106"/>
              <a:gd name="T22" fmla="*/ 294 w 367"/>
              <a:gd name="T23" fmla="*/ 106 h 106"/>
              <a:gd name="T24" fmla="*/ 313 w 367"/>
              <a:gd name="T25" fmla="*/ 106 h 106"/>
              <a:gd name="T26" fmla="*/ 316 w 367"/>
              <a:gd name="T27" fmla="*/ 105 h 106"/>
              <a:gd name="T28" fmla="*/ 317 w 367"/>
              <a:gd name="T29" fmla="*/ 104 h 106"/>
              <a:gd name="T30" fmla="*/ 365 w 367"/>
              <a:gd name="T31" fmla="*/ 56 h 106"/>
              <a:gd name="T32" fmla="*/ 365 w 367"/>
              <a:gd name="T33" fmla="*/ 50 h 106"/>
              <a:gd name="connsiteX0" fmla="*/ 9946 w 9946"/>
              <a:gd name="connsiteY0" fmla="*/ 4717 h 10000"/>
              <a:gd name="connsiteX1" fmla="*/ 8638 w 9946"/>
              <a:gd name="connsiteY1" fmla="*/ 189 h 10000"/>
              <a:gd name="connsiteX2" fmla="*/ 8610 w 9946"/>
              <a:gd name="connsiteY2" fmla="*/ 94 h 10000"/>
              <a:gd name="connsiteX3" fmla="*/ 8529 w 9946"/>
              <a:gd name="connsiteY3" fmla="*/ 0 h 10000"/>
              <a:gd name="connsiteX4" fmla="*/ 8011 w 9946"/>
              <a:gd name="connsiteY4" fmla="*/ 0 h 10000"/>
              <a:gd name="connsiteX5" fmla="*/ 874 w 9946"/>
              <a:gd name="connsiteY5" fmla="*/ 70 h 10000"/>
              <a:gd name="connsiteX6" fmla="*/ 136 w 9946"/>
              <a:gd name="connsiteY6" fmla="*/ 0 h 10000"/>
              <a:gd name="connsiteX7" fmla="*/ 0 w 9946"/>
              <a:gd name="connsiteY7" fmla="*/ 0 h 10000"/>
              <a:gd name="connsiteX8" fmla="*/ 0 w 9946"/>
              <a:gd name="connsiteY8" fmla="*/ 472 h 10000"/>
              <a:gd name="connsiteX9" fmla="*/ 0 w 9946"/>
              <a:gd name="connsiteY9" fmla="*/ 9434 h 10000"/>
              <a:gd name="connsiteX10" fmla="*/ 0 w 9946"/>
              <a:gd name="connsiteY10" fmla="*/ 10000 h 10000"/>
              <a:gd name="connsiteX11" fmla="*/ 136 w 9946"/>
              <a:gd name="connsiteY11" fmla="*/ 10000 h 10000"/>
              <a:gd name="connsiteX12" fmla="*/ 8011 w 9946"/>
              <a:gd name="connsiteY12" fmla="*/ 10000 h 10000"/>
              <a:gd name="connsiteX13" fmla="*/ 8529 w 9946"/>
              <a:gd name="connsiteY13" fmla="*/ 10000 h 10000"/>
              <a:gd name="connsiteX14" fmla="*/ 8610 w 9946"/>
              <a:gd name="connsiteY14" fmla="*/ 9906 h 10000"/>
              <a:gd name="connsiteX15" fmla="*/ 8638 w 9946"/>
              <a:gd name="connsiteY15" fmla="*/ 9811 h 10000"/>
              <a:gd name="connsiteX16" fmla="*/ 9946 w 9946"/>
              <a:gd name="connsiteY16" fmla="*/ 5283 h 10000"/>
              <a:gd name="connsiteX17" fmla="*/ 9946 w 9946"/>
              <a:gd name="connsiteY17" fmla="*/ 4717 h 10000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0 w 10000"/>
              <a:gd name="connsiteY10" fmla="*/ 10000 h 10034"/>
              <a:gd name="connsiteX11" fmla="*/ 137 w 10000"/>
              <a:gd name="connsiteY11" fmla="*/ 10000 h 10034"/>
              <a:gd name="connsiteX12" fmla="*/ 903 w 10000"/>
              <a:gd name="connsiteY12" fmla="*/ 10034 h 10034"/>
              <a:gd name="connsiteX13" fmla="*/ 8054 w 10000"/>
              <a:gd name="connsiteY13" fmla="*/ 10000 h 10034"/>
              <a:gd name="connsiteX14" fmla="*/ 8575 w 10000"/>
              <a:gd name="connsiteY14" fmla="*/ 10000 h 10034"/>
              <a:gd name="connsiteX15" fmla="*/ 8657 w 10000"/>
              <a:gd name="connsiteY15" fmla="*/ 9906 h 10034"/>
              <a:gd name="connsiteX16" fmla="*/ 8685 w 10000"/>
              <a:gd name="connsiteY16" fmla="*/ 9811 h 10034"/>
              <a:gd name="connsiteX17" fmla="*/ 10000 w 10000"/>
              <a:gd name="connsiteY17" fmla="*/ 5283 h 10034"/>
              <a:gd name="connsiteX18" fmla="*/ 10000 w 10000"/>
              <a:gd name="connsiteY18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0 w 10000"/>
              <a:gd name="connsiteY10" fmla="*/ 10000 h 10034"/>
              <a:gd name="connsiteX11" fmla="*/ 903 w 10000"/>
              <a:gd name="connsiteY11" fmla="*/ 10034 h 10034"/>
              <a:gd name="connsiteX12" fmla="*/ 8054 w 10000"/>
              <a:gd name="connsiteY12" fmla="*/ 10000 h 10034"/>
              <a:gd name="connsiteX13" fmla="*/ 8575 w 10000"/>
              <a:gd name="connsiteY13" fmla="*/ 10000 h 10034"/>
              <a:gd name="connsiteX14" fmla="*/ 8657 w 10000"/>
              <a:gd name="connsiteY14" fmla="*/ 9906 h 10034"/>
              <a:gd name="connsiteX15" fmla="*/ 8685 w 10000"/>
              <a:gd name="connsiteY15" fmla="*/ 9811 h 10034"/>
              <a:gd name="connsiteX16" fmla="*/ 10000 w 10000"/>
              <a:gd name="connsiteY16" fmla="*/ 5283 h 10034"/>
              <a:gd name="connsiteX17" fmla="*/ 10000 w 10000"/>
              <a:gd name="connsiteY17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903 w 10000"/>
              <a:gd name="connsiteY10" fmla="*/ 10034 h 10034"/>
              <a:gd name="connsiteX11" fmla="*/ 8054 w 10000"/>
              <a:gd name="connsiteY11" fmla="*/ 10000 h 10034"/>
              <a:gd name="connsiteX12" fmla="*/ 8575 w 10000"/>
              <a:gd name="connsiteY12" fmla="*/ 10000 h 10034"/>
              <a:gd name="connsiteX13" fmla="*/ 8657 w 10000"/>
              <a:gd name="connsiteY13" fmla="*/ 9906 h 10034"/>
              <a:gd name="connsiteX14" fmla="*/ 8685 w 10000"/>
              <a:gd name="connsiteY14" fmla="*/ 9811 h 10034"/>
              <a:gd name="connsiteX15" fmla="*/ 10000 w 10000"/>
              <a:gd name="connsiteY15" fmla="*/ 5283 h 10034"/>
              <a:gd name="connsiteX16" fmla="*/ 10000 w 10000"/>
              <a:gd name="connsiteY16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903 w 10000"/>
              <a:gd name="connsiteY9" fmla="*/ 10034 h 10034"/>
              <a:gd name="connsiteX10" fmla="*/ 8054 w 10000"/>
              <a:gd name="connsiteY10" fmla="*/ 10000 h 10034"/>
              <a:gd name="connsiteX11" fmla="*/ 8575 w 10000"/>
              <a:gd name="connsiteY11" fmla="*/ 10000 h 10034"/>
              <a:gd name="connsiteX12" fmla="*/ 8657 w 10000"/>
              <a:gd name="connsiteY12" fmla="*/ 9906 h 10034"/>
              <a:gd name="connsiteX13" fmla="*/ 8685 w 10000"/>
              <a:gd name="connsiteY13" fmla="*/ 9811 h 10034"/>
              <a:gd name="connsiteX14" fmla="*/ 10000 w 10000"/>
              <a:gd name="connsiteY14" fmla="*/ 5283 h 10034"/>
              <a:gd name="connsiteX15" fmla="*/ 10000 w 10000"/>
              <a:gd name="connsiteY15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903 w 10000"/>
              <a:gd name="connsiteY8" fmla="*/ 10034 h 10034"/>
              <a:gd name="connsiteX9" fmla="*/ 8054 w 10000"/>
              <a:gd name="connsiteY9" fmla="*/ 10000 h 10034"/>
              <a:gd name="connsiteX10" fmla="*/ 8575 w 10000"/>
              <a:gd name="connsiteY10" fmla="*/ 10000 h 10034"/>
              <a:gd name="connsiteX11" fmla="*/ 8657 w 10000"/>
              <a:gd name="connsiteY11" fmla="*/ 9906 h 10034"/>
              <a:gd name="connsiteX12" fmla="*/ 8685 w 10000"/>
              <a:gd name="connsiteY12" fmla="*/ 9811 h 10034"/>
              <a:gd name="connsiteX13" fmla="*/ 10000 w 10000"/>
              <a:gd name="connsiteY13" fmla="*/ 5283 h 10034"/>
              <a:gd name="connsiteX14" fmla="*/ 10000 w 10000"/>
              <a:gd name="connsiteY14" fmla="*/ 4717 h 10034"/>
              <a:gd name="connsiteX0" fmla="*/ 9863 w 9863"/>
              <a:gd name="connsiteY0" fmla="*/ 4717 h 10034"/>
              <a:gd name="connsiteX1" fmla="*/ 8548 w 9863"/>
              <a:gd name="connsiteY1" fmla="*/ 189 h 10034"/>
              <a:gd name="connsiteX2" fmla="*/ 8520 w 9863"/>
              <a:gd name="connsiteY2" fmla="*/ 94 h 10034"/>
              <a:gd name="connsiteX3" fmla="*/ 8438 w 9863"/>
              <a:gd name="connsiteY3" fmla="*/ 0 h 10034"/>
              <a:gd name="connsiteX4" fmla="*/ 7917 w 9863"/>
              <a:gd name="connsiteY4" fmla="*/ 0 h 10034"/>
              <a:gd name="connsiteX5" fmla="*/ 742 w 9863"/>
              <a:gd name="connsiteY5" fmla="*/ 70 h 10034"/>
              <a:gd name="connsiteX6" fmla="*/ 0 w 9863"/>
              <a:gd name="connsiteY6" fmla="*/ 0 h 10034"/>
              <a:gd name="connsiteX7" fmla="*/ 766 w 9863"/>
              <a:gd name="connsiteY7" fmla="*/ 10034 h 10034"/>
              <a:gd name="connsiteX8" fmla="*/ 7917 w 9863"/>
              <a:gd name="connsiteY8" fmla="*/ 10000 h 10034"/>
              <a:gd name="connsiteX9" fmla="*/ 8438 w 9863"/>
              <a:gd name="connsiteY9" fmla="*/ 10000 h 10034"/>
              <a:gd name="connsiteX10" fmla="*/ 8520 w 9863"/>
              <a:gd name="connsiteY10" fmla="*/ 9906 h 10034"/>
              <a:gd name="connsiteX11" fmla="*/ 8548 w 9863"/>
              <a:gd name="connsiteY11" fmla="*/ 9811 h 10034"/>
              <a:gd name="connsiteX12" fmla="*/ 9863 w 9863"/>
              <a:gd name="connsiteY12" fmla="*/ 5283 h 10034"/>
              <a:gd name="connsiteX13" fmla="*/ 9863 w 9863"/>
              <a:gd name="connsiteY13" fmla="*/ 4717 h 10034"/>
              <a:gd name="connsiteX0" fmla="*/ 9248 w 9248"/>
              <a:gd name="connsiteY0" fmla="*/ 4701 h 10000"/>
              <a:gd name="connsiteX1" fmla="*/ 7915 w 9248"/>
              <a:gd name="connsiteY1" fmla="*/ 188 h 10000"/>
              <a:gd name="connsiteX2" fmla="*/ 7886 w 9248"/>
              <a:gd name="connsiteY2" fmla="*/ 94 h 10000"/>
              <a:gd name="connsiteX3" fmla="*/ 7803 w 9248"/>
              <a:gd name="connsiteY3" fmla="*/ 0 h 10000"/>
              <a:gd name="connsiteX4" fmla="*/ 7275 w 9248"/>
              <a:gd name="connsiteY4" fmla="*/ 0 h 10000"/>
              <a:gd name="connsiteX5" fmla="*/ 0 w 9248"/>
              <a:gd name="connsiteY5" fmla="*/ 70 h 10000"/>
              <a:gd name="connsiteX6" fmla="*/ 25 w 9248"/>
              <a:gd name="connsiteY6" fmla="*/ 10000 h 10000"/>
              <a:gd name="connsiteX7" fmla="*/ 7275 w 9248"/>
              <a:gd name="connsiteY7" fmla="*/ 9966 h 10000"/>
              <a:gd name="connsiteX8" fmla="*/ 7803 w 9248"/>
              <a:gd name="connsiteY8" fmla="*/ 9966 h 10000"/>
              <a:gd name="connsiteX9" fmla="*/ 7886 w 9248"/>
              <a:gd name="connsiteY9" fmla="*/ 9872 h 10000"/>
              <a:gd name="connsiteX10" fmla="*/ 7915 w 9248"/>
              <a:gd name="connsiteY10" fmla="*/ 9778 h 10000"/>
              <a:gd name="connsiteX11" fmla="*/ 9248 w 9248"/>
              <a:gd name="connsiteY11" fmla="*/ 5265 h 10000"/>
              <a:gd name="connsiteX12" fmla="*/ 9248 w 9248"/>
              <a:gd name="connsiteY12" fmla="*/ 4701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51435" tIns="25717" rIns="51435" bIns="25717" numCol="1" anchor="t" anchorCtr="0" compatLnSpc="1">
            <a:prstTxWarp prst="textNoShape">
              <a:avLst/>
            </a:prstTxWarp>
          </a:bodyPr>
          <a:lstStyle/>
          <a:p>
            <a:endParaRPr lang="en-US" sz="803"/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403957" y="5386389"/>
            <a:ext cx="584597" cy="316442"/>
          </a:xfrm>
          <a:prstGeom prst="rect">
            <a:avLst/>
          </a:prstGeom>
        </p:spPr>
        <p:txBody>
          <a:bodyPr/>
          <a:lstStyle/>
          <a:p>
            <a:fld id="{16845AD9-D1F4-4EC2-844C-79E58D9B0E6B}" type="slidenum">
              <a:rPr lang="en-US" sz="546" smtClean="0"/>
              <a:pPr/>
              <a:t>‹#›</a:t>
            </a:fld>
            <a:endParaRPr lang="en-US" sz="546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448374" y="540898"/>
            <a:ext cx="7196102" cy="762525"/>
          </a:xfrm>
        </p:spPr>
        <p:txBody>
          <a:bodyPr>
            <a:normAutofit/>
          </a:bodyPr>
          <a:lstStyle>
            <a:lvl1pPr>
              <a:defRPr sz="1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Freeform 11"/>
          <p:cNvSpPr>
            <a:spLocks/>
          </p:cNvSpPr>
          <p:nvPr userDrawn="1"/>
        </p:nvSpPr>
        <p:spPr bwMode="auto">
          <a:xfrm flipV="1">
            <a:off x="8256678" y="5370097"/>
            <a:ext cx="475371" cy="302396"/>
          </a:xfrm>
          <a:custGeom>
            <a:avLst/>
            <a:gdLst>
              <a:gd name="T0" fmla="*/ 365 w 367"/>
              <a:gd name="T1" fmla="*/ 50 h 106"/>
              <a:gd name="T2" fmla="*/ 317 w 367"/>
              <a:gd name="T3" fmla="*/ 2 h 106"/>
              <a:gd name="T4" fmla="*/ 316 w 367"/>
              <a:gd name="T5" fmla="*/ 1 h 106"/>
              <a:gd name="T6" fmla="*/ 313 w 367"/>
              <a:gd name="T7" fmla="*/ 0 h 106"/>
              <a:gd name="T8" fmla="*/ 294 w 367"/>
              <a:gd name="T9" fmla="*/ 0 h 106"/>
              <a:gd name="T10" fmla="*/ 5 w 367"/>
              <a:gd name="T11" fmla="*/ 0 h 106"/>
              <a:gd name="T12" fmla="*/ 0 w 367"/>
              <a:gd name="T13" fmla="*/ 0 h 106"/>
              <a:gd name="T14" fmla="*/ 0 w 367"/>
              <a:gd name="T15" fmla="*/ 5 h 106"/>
              <a:gd name="T16" fmla="*/ 0 w 367"/>
              <a:gd name="T17" fmla="*/ 100 h 106"/>
              <a:gd name="T18" fmla="*/ 0 w 367"/>
              <a:gd name="T19" fmla="*/ 106 h 106"/>
              <a:gd name="T20" fmla="*/ 5 w 367"/>
              <a:gd name="T21" fmla="*/ 106 h 106"/>
              <a:gd name="T22" fmla="*/ 294 w 367"/>
              <a:gd name="T23" fmla="*/ 106 h 106"/>
              <a:gd name="T24" fmla="*/ 313 w 367"/>
              <a:gd name="T25" fmla="*/ 106 h 106"/>
              <a:gd name="T26" fmla="*/ 316 w 367"/>
              <a:gd name="T27" fmla="*/ 105 h 106"/>
              <a:gd name="T28" fmla="*/ 317 w 367"/>
              <a:gd name="T29" fmla="*/ 104 h 106"/>
              <a:gd name="T30" fmla="*/ 365 w 367"/>
              <a:gd name="T31" fmla="*/ 56 h 106"/>
              <a:gd name="T32" fmla="*/ 365 w 367"/>
              <a:gd name="T33" fmla="*/ 50 h 106"/>
              <a:gd name="connsiteX0" fmla="*/ 9946 w 9946"/>
              <a:gd name="connsiteY0" fmla="*/ 4717 h 10000"/>
              <a:gd name="connsiteX1" fmla="*/ 8638 w 9946"/>
              <a:gd name="connsiteY1" fmla="*/ 189 h 10000"/>
              <a:gd name="connsiteX2" fmla="*/ 8610 w 9946"/>
              <a:gd name="connsiteY2" fmla="*/ 94 h 10000"/>
              <a:gd name="connsiteX3" fmla="*/ 8529 w 9946"/>
              <a:gd name="connsiteY3" fmla="*/ 0 h 10000"/>
              <a:gd name="connsiteX4" fmla="*/ 8011 w 9946"/>
              <a:gd name="connsiteY4" fmla="*/ 0 h 10000"/>
              <a:gd name="connsiteX5" fmla="*/ 874 w 9946"/>
              <a:gd name="connsiteY5" fmla="*/ 70 h 10000"/>
              <a:gd name="connsiteX6" fmla="*/ 136 w 9946"/>
              <a:gd name="connsiteY6" fmla="*/ 0 h 10000"/>
              <a:gd name="connsiteX7" fmla="*/ 0 w 9946"/>
              <a:gd name="connsiteY7" fmla="*/ 0 h 10000"/>
              <a:gd name="connsiteX8" fmla="*/ 0 w 9946"/>
              <a:gd name="connsiteY8" fmla="*/ 472 h 10000"/>
              <a:gd name="connsiteX9" fmla="*/ 0 w 9946"/>
              <a:gd name="connsiteY9" fmla="*/ 9434 h 10000"/>
              <a:gd name="connsiteX10" fmla="*/ 0 w 9946"/>
              <a:gd name="connsiteY10" fmla="*/ 10000 h 10000"/>
              <a:gd name="connsiteX11" fmla="*/ 136 w 9946"/>
              <a:gd name="connsiteY11" fmla="*/ 10000 h 10000"/>
              <a:gd name="connsiteX12" fmla="*/ 8011 w 9946"/>
              <a:gd name="connsiteY12" fmla="*/ 10000 h 10000"/>
              <a:gd name="connsiteX13" fmla="*/ 8529 w 9946"/>
              <a:gd name="connsiteY13" fmla="*/ 10000 h 10000"/>
              <a:gd name="connsiteX14" fmla="*/ 8610 w 9946"/>
              <a:gd name="connsiteY14" fmla="*/ 9906 h 10000"/>
              <a:gd name="connsiteX15" fmla="*/ 8638 w 9946"/>
              <a:gd name="connsiteY15" fmla="*/ 9811 h 10000"/>
              <a:gd name="connsiteX16" fmla="*/ 9946 w 9946"/>
              <a:gd name="connsiteY16" fmla="*/ 5283 h 10000"/>
              <a:gd name="connsiteX17" fmla="*/ 9946 w 9946"/>
              <a:gd name="connsiteY17" fmla="*/ 4717 h 10000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0 w 10000"/>
              <a:gd name="connsiteY10" fmla="*/ 10000 h 10034"/>
              <a:gd name="connsiteX11" fmla="*/ 137 w 10000"/>
              <a:gd name="connsiteY11" fmla="*/ 10000 h 10034"/>
              <a:gd name="connsiteX12" fmla="*/ 903 w 10000"/>
              <a:gd name="connsiteY12" fmla="*/ 10034 h 10034"/>
              <a:gd name="connsiteX13" fmla="*/ 8054 w 10000"/>
              <a:gd name="connsiteY13" fmla="*/ 10000 h 10034"/>
              <a:gd name="connsiteX14" fmla="*/ 8575 w 10000"/>
              <a:gd name="connsiteY14" fmla="*/ 10000 h 10034"/>
              <a:gd name="connsiteX15" fmla="*/ 8657 w 10000"/>
              <a:gd name="connsiteY15" fmla="*/ 9906 h 10034"/>
              <a:gd name="connsiteX16" fmla="*/ 8685 w 10000"/>
              <a:gd name="connsiteY16" fmla="*/ 9811 h 10034"/>
              <a:gd name="connsiteX17" fmla="*/ 10000 w 10000"/>
              <a:gd name="connsiteY17" fmla="*/ 5283 h 10034"/>
              <a:gd name="connsiteX18" fmla="*/ 10000 w 10000"/>
              <a:gd name="connsiteY18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0 w 10000"/>
              <a:gd name="connsiteY10" fmla="*/ 10000 h 10034"/>
              <a:gd name="connsiteX11" fmla="*/ 903 w 10000"/>
              <a:gd name="connsiteY11" fmla="*/ 10034 h 10034"/>
              <a:gd name="connsiteX12" fmla="*/ 8054 w 10000"/>
              <a:gd name="connsiteY12" fmla="*/ 10000 h 10034"/>
              <a:gd name="connsiteX13" fmla="*/ 8575 w 10000"/>
              <a:gd name="connsiteY13" fmla="*/ 10000 h 10034"/>
              <a:gd name="connsiteX14" fmla="*/ 8657 w 10000"/>
              <a:gd name="connsiteY14" fmla="*/ 9906 h 10034"/>
              <a:gd name="connsiteX15" fmla="*/ 8685 w 10000"/>
              <a:gd name="connsiteY15" fmla="*/ 9811 h 10034"/>
              <a:gd name="connsiteX16" fmla="*/ 10000 w 10000"/>
              <a:gd name="connsiteY16" fmla="*/ 5283 h 10034"/>
              <a:gd name="connsiteX17" fmla="*/ 10000 w 10000"/>
              <a:gd name="connsiteY17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903 w 10000"/>
              <a:gd name="connsiteY10" fmla="*/ 10034 h 10034"/>
              <a:gd name="connsiteX11" fmla="*/ 8054 w 10000"/>
              <a:gd name="connsiteY11" fmla="*/ 10000 h 10034"/>
              <a:gd name="connsiteX12" fmla="*/ 8575 w 10000"/>
              <a:gd name="connsiteY12" fmla="*/ 10000 h 10034"/>
              <a:gd name="connsiteX13" fmla="*/ 8657 w 10000"/>
              <a:gd name="connsiteY13" fmla="*/ 9906 h 10034"/>
              <a:gd name="connsiteX14" fmla="*/ 8685 w 10000"/>
              <a:gd name="connsiteY14" fmla="*/ 9811 h 10034"/>
              <a:gd name="connsiteX15" fmla="*/ 10000 w 10000"/>
              <a:gd name="connsiteY15" fmla="*/ 5283 h 10034"/>
              <a:gd name="connsiteX16" fmla="*/ 10000 w 10000"/>
              <a:gd name="connsiteY16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903 w 10000"/>
              <a:gd name="connsiteY9" fmla="*/ 10034 h 10034"/>
              <a:gd name="connsiteX10" fmla="*/ 8054 w 10000"/>
              <a:gd name="connsiteY10" fmla="*/ 10000 h 10034"/>
              <a:gd name="connsiteX11" fmla="*/ 8575 w 10000"/>
              <a:gd name="connsiteY11" fmla="*/ 10000 h 10034"/>
              <a:gd name="connsiteX12" fmla="*/ 8657 w 10000"/>
              <a:gd name="connsiteY12" fmla="*/ 9906 h 10034"/>
              <a:gd name="connsiteX13" fmla="*/ 8685 w 10000"/>
              <a:gd name="connsiteY13" fmla="*/ 9811 h 10034"/>
              <a:gd name="connsiteX14" fmla="*/ 10000 w 10000"/>
              <a:gd name="connsiteY14" fmla="*/ 5283 h 10034"/>
              <a:gd name="connsiteX15" fmla="*/ 10000 w 10000"/>
              <a:gd name="connsiteY15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903 w 10000"/>
              <a:gd name="connsiteY8" fmla="*/ 10034 h 10034"/>
              <a:gd name="connsiteX9" fmla="*/ 8054 w 10000"/>
              <a:gd name="connsiteY9" fmla="*/ 10000 h 10034"/>
              <a:gd name="connsiteX10" fmla="*/ 8575 w 10000"/>
              <a:gd name="connsiteY10" fmla="*/ 10000 h 10034"/>
              <a:gd name="connsiteX11" fmla="*/ 8657 w 10000"/>
              <a:gd name="connsiteY11" fmla="*/ 9906 h 10034"/>
              <a:gd name="connsiteX12" fmla="*/ 8685 w 10000"/>
              <a:gd name="connsiteY12" fmla="*/ 9811 h 10034"/>
              <a:gd name="connsiteX13" fmla="*/ 10000 w 10000"/>
              <a:gd name="connsiteY13" fmla="*/ 5283 h 10034"/>
              <a:gd name="connsiteX14" fmla="*/ 10000 w 10000"/>
              <a:gd name="connsiteY14" fmla="*/ 4717 h 10034"/>
              <a:gd name="connsiteX0" fmla="*/ 9863 w 9863"/>
              <a:gd name="connsiteY0" fmla="*/ 4717 h 10034"/>
              <a:gd name="connsiteX1" fmla="*/ 8548 w 9863"/>
              <a:gd name="connsiteY1" fmla="*/ 189 h 10034"/>
              <a:gd name="connsiteX2" fmla="*/ 8520 w 9863"/>
              <a:gd name="connsiteY2" fmla="*/ 94 h 10034"/>
              <a:gd name="connsiteX3" fmla="*/ 8438 w 9863"/>
              <a:gd name="connsiteY3" fmla="*/ 0 h 10034"/>
              <a:gd name="connsiteX4" fmla="*/ 7917 w 9863"/>
              <a:gd name="connsiteY4" fmla="*/ 0 h 10034"/>
              <a:gd name="connsiteX5" fmla="*/ 742 w 9863"/>
              <a:gd name="connsiteY5" fmla="*/ 70 h 10034"/>
              <a:gd name="connsiteX6" fmla="*/ 0 w 9863"/>
              <a:gd name="connsiteY6" fmla="*/ 0 h 10034"/>
              <a:gd name="connsiteX7" fmla="*/ 766 w 9863"/>
              <a:gd name="connsiteY7" fmla="*/ 10034 h 10034"/>
              <a:gd name="connsiteX8" fmla="*/ 7917 w 9863"/>
              <a:gd name="connsiteY8" fmla="*/ 10000 h 10034"/>
              <a:gd name="connsiteX9" fmla="*/ 8438 w 9863"/>
              <a:gd name="connsiteY9" fmla="*/ 10000 h 10034"/>
              <a:gd name="connsiteX10" fmla="*/ 8520 w 9863"/>
              <a:gd name="connsiteY10" fmla="*/ 9906 h 10034"/>
              <a:gd name="connsiteX11" fmla="*/ 8548 w 9863"/>
              <a:gd name="connsiteY11" fmla="*/ 9811 h 10034"/>
              <a:gd name="connsiteX12" fmla="*/ 9863 w 9863"/>
              <a:gd name="connsiteY12" fmla="*/ 5283 h 10034"/>
              <a:gd name="connsiteX13" fmla="*/ 9863 w 9863"/>
              <a:gd name="connsiteY13" fmla="*/ 4717 h 10034"/>
              <a:gd name="connsiteX0" fmla="*/ 9248 w 9248"/>
              <a:gd name="connsiteY0" fmla="*/ 4701 h 10000"/>
              <a:gd name="connsiteX1" fmla="*/ 7915 w 9248"/>
              <a:gd name="connsiteY1" fmla="*/ 188 h 10000"/>
              <a:gd name="connsiteX2" fmla="*/ 7886 w 9248"/>
              <a:gd name="connsiteY2" fmla="*/ 94 h 10000"/>
              <a:gd name="connsiteX3" fmla="*/ 7803 w 9248"/>
              <a:gd name="connsiteY3" fmla="*/ 0 h 10000"/>
              <a:gd name="connsiteX4" fmla="*/ 7275 w 9248"/>
              <a:gd name="connsiteY4" fmla="*/ 0 h 10000"/>
              <a:gd name="connsiteX5" fmla="*/ 0 w 9248"/>
              <a:gd name="connsiteY5" fmla="*/ 70 h 10000"/>
              <a:gd name="connsiteX6" fmla="*/ 25 w 9248"/>
              <a:gd name="connsiteY6" fmla="*/ 10000 h 10000"/>
              <a:gd name="connsiteX7" fmla="*/ 7275 w 9248"/>
              <a:gd name="connsiteY7" fmla="*/ 9966 h 10000"/>
              <a:gd name="connsiteX8" fmla="*/ 7803 w 9248"/>
              <a:gd name="connsiteY8" fmla="*/ 9966 h 10000"/>
              <a:gd name="connsiteX9" fmla="*/ 7886 w 9248"/>
              <a:gd name="connsiteY9" fmla="*/ 9872 h 10000"/>
              <a:gd name="connsiteX10" fmla="*/ 7915 w 9248"/>
              <a:gd name="connsiteY10" fmla="*/ 9778 h 10000"/>
              <a:gd name="connsiteX11" fmla="*/ 9248 w 9248"/>
              <a:gd name="connsiteY11" fmla="*/ 5265 h 10000"/>
              <a:gd name="connsiteX12" fmla="*/ 9248 w 9248"/>
              <a:gd name="connsiteY12" fmla="*/ 4701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35662" tIns="17831" rIns="35662" bIns="17831" numCol="1" anchor="t" anchorCtr="0" compatLnSpc="1">
            <a:prstTxWarp prst="textNoShape">
              <a:avLst/>
            </a:prstTxWarp>
          </a:bodyPr>
          <a:lstStyle/>
          <a:p>
            <a:endParaRPr lang="en-US" sz="703"/>
          </a:p>
        </p:txBody>
      </p:sp>
    </p:spTree>
    <p:extLst>
      <p:ext uri="{BB962C8B-B14F-4D97-AF65-F5344CB8AC3E}">
        <p14:creationId xmlns:p14="http://schemas.microsoft.com/office/powerpoint/2010/main" val="39505980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54640" y="1390318"/>
            <a:ext cx="3441127" cy="3767199"/>
          </a:xfrm>
        </p:spPr>
        <p:txBody>
          <a:bodyPr>
            <a:normAutofit/>
          </a:bodyPr>
          <a:lstStyle>
            <a:lvl1pPr>
              <a:defRPr sz="703"/>
            </a:lvl1pPr>
            <a:lvl2pPr>
              <a:defRPr sz="624"/>
            </a:lvl2pPr>
            <a:lvl3pPr>
              <a:defRPr sz="546"/>
            </a:lvl3pPr>
            <a:lvl4pPr>
              <a:defRPr sz="468"/>
            </a:lvl4pPr>
            <a:lvl5pPr>
              <a:defRPr sz="468"/>
            </a:lvl5pPr>
            <a:lvl6pPr>
              <a:defRPr sz="703"/>
            </a:lvl6pPr>
            <a:lvl7pPr>
              <a:defRPr sz="703"/>
            </a:lvl7pPr>
            <a:lvl8pPr>
              <a:defRPr sz="703"/>
            </a:lvl8pPr>
            <a:lvl9pPr>
              <a:defRPr sz="70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12589" y="1383923"/>
            <a:ext cx="3441127" cy="3767199"/>
          </a:xfrm>
        </p:spPr>
        <p:txBody>
          <a:bodyPr>
            <a:normAutofit/>
          </a:bodyPr>
          <a:lstStyle>
            <a:lvl1pPr>
              <a:defRPr sz="703"/>
            </a:lvl1pPr>
            <a:lvl2pPr>
              <a:defRPr sz="624"/>
            </a:lvl2pPr>
            <a:lvl3pPr>
              <a:defRPr sz="546"/>
            </a:lvl3pPr>
            <a:lvl4pPr>
              <a:defRPr sz="468"/>
            </a:lvl4pPr>
            <a:lvl5pPr>
              <a:defRPr sz="468"/>
            </a:lvl5pPr>
            <a:lvl6pPr>
              <a:defRPr sz="703"/>
            </a:lvl6pPr>
            <a:lvl7pPr>
              <a:defRPr sz="703"/>
            </a:lvl7pPr>
            <a:lvl8pPr>
              <a:defRPr sz="703"/>
            </a:lvl8pPr>
            <a:lvl9pPr>
              <a:defRPr sz="70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Freeform 11"/>
          <p:cNvSpPr>
            <a:spLocks/>
          </p:cNvSpPr>
          <p:nvPr userDrawn="1"/>
        </p:nvSpPr>
        <p:spPr bwMode="auto">
          <a:xfrm flipV="1">
            <a:off x="8256678" y="5370097"/>
            <a:ext cx="475371" cy="302396"/>
          </a:xfrm>
          <a:custGeom>
            <a:avLst/>
            <a:gdLst>
              <a:gd name="T0" fmla="*/ 365 w 367"/>
              <a:gd name="T1" fmla="*/ 50 h 106"/>
              <a:gd name="T2" fmla="*/ 317 w 367"/>
              <a:gd name="T3" fmla="*/ 2 h 106"/>
              <a:gd name="T4" fmla="*/ 316 w 367"/>
              <a:gd name="T5" fmla="*/ 1 h 106"/>
              <a:gd name="T6" fmla="*/ 313 w 367"/>
              <a:gd name="T7" fmla="*/ 0 h 106"/>
              <a:gd name="T8" fmla="*/ 294 w 367"/>
              <a:gd name="T9" fmla="*/ 0 h 106"/>
              <a:gd name="T10" fmla="*/ 5 w 367"/>
              <a:gd name="T11" fmla="*/ 0 h 106"/>
              <a:gd name="T12" fmla="*/ 0 w 367"/>
              <a:gd name="T13" fmla="*/ 0 h 106"/>
              <a:gd name="T14" fmla="*/ 0 w 367"/>
              <a:gd name="T15" fmla="*/ 5 h 106"/>
              <a:gd name="T16" fmla="*/ 0 w 367"/>
              <a:gd name="T17" fmla="*/ 100 h 106"/>
              <a:gd name="T18" fmla="*/ 0 w 367"/>
              <a:gd name="T19" fmla="*/ 106 h 106"/>
              <a:gd name="T20" fmla="*/ 5 w 367"/>
              <a:gd name="T21" fmla="*/ 106 h 106"/>
              <a:gd name="T22" fmla="*/ 294 w 367"/>
              <a:gd name="T23" fmla="*/ 106 h 106"/>
              <a:gd name="T24" fmla="*/ 313 w 367"/>
              <a:gd name="T25" fmla="*/ 106 h 106"/>
              <a:gd name="T26" fmla="*/ 316 w 367"/>
              <a:gd name="T27" fmla="*/ 105 h 106"/>
              <a:gd name="T28" fmla="*/ 317 w 367"/>
              <a:gd name="T29" fmla="*/ 104 h 106"/>
              <a:gd name="T30" fmla="*/ 365 w 367"/>
              <a:gd name="T31" fmla="*/ 56 h 106"/>
              <a:gd name="T32" fmla="*/ 365 w 367"/>
              <a:gd name="T33" fmla="*/ 50 h 106"/>
              <a:gd name="connsiteX0" fmla="*/ 9946 w 9946"/>
              <a:gd name="connsiteY0" fmla="*/ 4717 h 10000"/>
              <a:gd name="connsiteX1" fmla="*/ 8638 w 9946"/>
              <a:gd name="connsiteY1" fmla="*/ 189 h 10000"/>
              <a:gd name="connsiteX2" fmla="*/ 8610 w 9946"/>
              <a:gd name="connsiteY2" fmla="*/ 94 h 10000"/>
              <a:gd name="connsiteX3" fmla="*/ 8529 w 9946"/>
              <a:gd name="connsiteY3" fmla="*/ 0 h 10000"/>
              <a:gd name="connsiteX4" fmla="*/ 8011 w 9946"/>
              <a:gd name="connsiteY4" fmla="*/ 0 h 10000"/>
              <a:gd name="connsiteX5" fmla="*/ 874 w 9946"/>
              <a:gd name="connsiteY5" fmla="*/ 70 h 10000"/>
              <a:gd name="connsiteX6" fmla="*/ 136 w 9946"/>
              <a:gd name="connsiteY6" fmla="*/ 0 h 10000"/>
              <a:gd name="connsiteX7" fmla="*/ 0 w 9946"/>
              <a:gd name="connsiteY7" fmla="*/ 0 h 10000"/>
              <a:gd name="connsiteX8" fmla="*/ 0 w 9946"/>
              <a:gd name="connsiteY8" fmla="*/ 472 h 10000"/>
              <a:gd name="connsiteX9" fmla="*/ 0 w 9946"/>
              <a:gd name="connsiteY9" fmla="*/ 9434 h 10000"/>
              <a:gd name="connsiteX10" fmla="*/ 0 w 9946"/>
              <a:gd name="connsiteY10" fmla="*/ 10000 h 10000"/>
              <a:gd name="connsiteX11" fmla="*/ 136 w 9946"/>
              <a:gd name="connsiteY11" fmla="*/ 10000 h 10000"/>
              <a:gd name="connsiteX12" fmla="*/ 8011 w 9946"/>
              <a:gd name="connsiteY12" fmla="*/ 10000 h 10000"/>
              <a:gd name="connsiteX13" fmla="*/ 8529 w 9946"/>
              <a:gd name="connsiteY13" fmla="*/ 10000 h 10000"/>
              <a:gd name="connsiteX14" fmla="*/ 8610 w 9946"/>
              <a:gd name="connsiteY14" fmla="*/ 9906 h 10000"/>
              <a:gd name="connsiteX15" fmla="*/ 8638 w 9946"/>
              <a:gd name="connsiteY15" fmla="*/ 9811 h 10000"/>
              <a:gd name="connsiteX16" fmla="*/ 9946 w 9946"/>
              <a:gd name="connsiteY16" fmla="*/ 5283 h 10000"/>
              <a:gd name="connsiteX17" fmla="*/ 9946 w 9946"/>
              <a:gd name="connsiteY17" fmla="*/ 4717 h 10000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0 w 10000"/>
              <a:gd name="connsiteY10" fmla="*/ 10000 h 10034"/>
              <a:gd name="connsiteX11" fmla="*/ 137 w 10000"/>
              <a:gd name="connsiteY11" fmla="*/ 10000 h 10034"/>
              <a:gd name="connsiteX12" fmla="*/ 903 w 10000"/>
              <a:gd name="connsiteY12" fmla="*/ 10034 h 10034"/>
              <a:gd name="connsiteX13" fmla="*/ 8054 w 10000"/>
              <a:gd name="connsiteY13" fmla="*/ 10000 h 10034"/>
              <a:gd name="connsiteX14" fmla="*/ 8575 w 10000"/>
              <a:gd name="connsiteY14" fmla="*/ 10000 h 10034"/>
              <a:gd name="connsiteX15" fmla="*/ 8657 w 10000"/>
              <a:gd name="connsiteY15" fmla="*/ 9906 h 10034"/>
              <a:gd name="connsiteX16" fmla="*/ 8685 w 10000"/>
              <a:gd name="connsiteY16" fmla="*/ 9811 h 10034"/>
              <a:gd name="connsiteX17" fmla="*/ 10000 w 10000"/>
              <a:gd name="connsiteY17" fmla="*/ 5283 h 10034"/>
              <a:gd name="connsiteX18" fmla="*/ 10000 w 10000"/>
              <a:gd name="connsiteY18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0 w 10000"/>
              <a:gd name="connsiteY10" fmla="*/ 10000 h 10034"/>
              <a:gd name="connsiteX11" fmla="*/ 903 w 10000"/>
              <a:gd name="connsiteY11" fmla="*/ 10034 h 10034"/>
              <a:gd name="connsiteX12" fmla="*/ 8054 w 10000"/>
              <a:gd name="connsiteY12" fmla="*/ 10000 h 10034"/>
              <a:gd name="connsiteX13" fmla="*/ 8575 w 10000"/>
              <a:gd name="connsiteY13" fmla="*/ 10000 h 10034"/>
              <a:gd name="connsiteX14" fmla="*/ 8657 w 10000"/>
              <a:gd name="connsiteY14" fmla="*/ 9906 h 10034"/>
              <a:gd name="connsiteX15" fmla="*/ 8685 w 10000"/>
              <a:gd name="connsiteY15" fmla="*/ 9811 h 10034"/>
              <a:gd name="connsiteX16" fmla="*/ 10000 w 10000"/>
              <a:gd name="connsiteY16" fmla="*/ 5283 h 10034"/>
              <a:gd name="connsiteX17" fmla="*/ 10000 w 10000"/>
              <a:gd name="connsiteY17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903 w 10000"/>
              <a:gd name="connsiteY10" fmla="*/ 10034 h 10034"/>
              <a:gd name="connsiteX11" fmla="*/ 8054 w 10000"/>
              <a:gd name="connsiteY11" fmla="*/ 10000 h 10034"/>
              <a:gd name="connsiteX12" fmla="*/ 8575 w 10000"/>
              <a:gd name="connsiteY12" fmla="*/ 10000 h 10034"/>
              <a:gd name="connsiteX13" fmla="*/ 8657 w 10000"/>
              <a:gd name="connsiteY13" fmla="*/ 9906 h 10034"/>
              <a:gd name="connsiteX14" fmla="*/ 8685 w 10000"/>
              <a:gd name="connsiteY14" fmla="*/ 9811 h 10034"/>
              <a:gd name="connsiteX15" fmla="*/ 10000 w 10000"/>
              <a:gd name="connsiteY15" fmla="*/ 5283 h 10034"/>
              <a:gd name="connsiteX16" fmla="*/ 10000 w 10000"/>
              <a:gd name="connsiteY16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903 w 10000"/>
              <a:gd name="connsiteY9" fmla="*/ 10034 h 10034"/>
              <a:gd name="connsiteX10" fmla="*/ 8054 w 10000"/>
              <a:gd name="connsiteY10" fmla="*/ 10000 h 10034"/>
              <a:gd name="connsiteX11" fmla="*/ 8575 w 10000"/>
              <a:gd name="connsiteY11" fmla="*/ 10000 h 10034"/>
              <a:gd name="connsiteX12" fmla="*/ 8657 w 10000"/>
              <a:gd name="connsiteY12" fmla="*/ 9906 h 10034"/>
              <a:gd name="connsiteX13" fmla="*/ 8685 w 10000"/>
              <a:gd name="connsiteY13" fmla="*/ 9811 h 10034"/>
              <a:gd name="connsiteX14" fmla="*/ 10000 w 10000"/>
              <a:gd name="connsiteY14" fmla="*/ 5283 h 10034"/>
              <a:gd name="connsiteX15" fmla="*/ 10000 w 10000"/>
              <a:gd name="connsiteY15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903 w 10000"/>
              <a:gd name="connsiteY8" fmla="*/ 10034 h 10034"/>
              <a:gd name="connsiteX9" fmla="*/ 8054 w 10000"/>
              <a:gd name="connsiteY9" fmla="*/ 10000 h 10034"/>
              <a:gd name="connsiteX10" fmla="*/ 8575 w 10000"/>
              <a:gd name="connsiteY10" fmla="*/ 10000 h 10034"/>
              <a:gd name="connsiteX11" fmla="*/ 8657 w 10000"/>
              <a:gd name="connsiteY11" fmla="*/ 9906 h 10034"/>
              <a:gd name="connsiteX12" fmla="*/ 8685 w 10000"/>
              <a:gd name="connsiteY12" fmla="*/ 9811 h 10034"/>
              <a:gd name="connsiteX13" fmla="*/ 10000 w 10000"/>
              <a:gd name="connsiteY13" fmla="*/ 5283 h 10034"/>
              <a:gd name="connsiteX14" fmla="*/ 10000 w 10000"/>
              <a:gd name="connsiteY14" fmla="*/ 4717 h 10034"/>
              <a:gd name="connsiteX0" fmla="*/ 9863 w 9863"/>
              <a:gd name="connsiteY0" fmla="*/ 4717 h 10034"/>
              <a:gd name="connsiteX1" fmla="*/ 8548 w 9863"/>
              <a:gd name="connsiteY1" fmla="*/ 189 h 10034"/>
              <a:gd name="connsiteX2" fmla="*/ 8520 w 9863"/>
              <a:gd name="connsiteY2" fmla="*/ 94 h 10034"/>
              <a:gd name="connsiteX3" fmla="*/ 8438 w 9863"/>
              <a:gd name="connsiteY3" fmla="*/ 0 h 10034"/>
              <a:gd name="connsiteX4" fmla="*/ 7917 w 9863"/>
              <a:gd name="connsiteY4" fmla="*/ 0 h 10034"/>
              <a:gd name="connsiteX5" fmla="*/ 742 w 9863"/>
              <a:gd name="connsiteY5" fmla="*/ 70 h 10034"/>
              <a:gd name="connsiteX6" fmla="*/ 0 w 9863"/>
              <a:gd name="connsiteY6" fmla="*/ 0 h 10034"/>
              <a:gd name="connsiteX7" fmla="*/ 766 w 9863"/>
              <a:gd name="connsiteY7" fmla="*/ 10034 h 10034"/>
              <a:gd name="connsiteX8" fmla="*/ 7917 w 9863"/>
              <a:gd name="connsiteY8" fmla="*/ 10000 h 10034"/>
              <a:gd name="connsiteX9" fmla="*/ 8438 w 9863"/>
              <a:gd name="connsiteY9" fmla="*/ 10000 h 10034"/>
              <a:gd name="connsiteX10" fmla="*/ 8520 w 9863"/>
              <a:gd name="connsiteY10" fmla="*/ 9906 h 10034"/>
              <a:gd name="connsiteX11" fmla="*/ 8548 w 9863"/>
              <a:gd name="connsiteY11" fmla="*/ 9811 h 10034"/>
              <a:gd name="connsiteX12" fmla="*/ 9863 w 9863"/>
              <a:gd name="connsiteY12" fmla="*/ 5283 h 10034"/>
              <a:gd name="connsiteX13" fmla="*/ 9863 w 9863"/>
              <a:gd name="connsiteY13" fmla="*/ 4717 h 10034"/>
              <a:gd name="connsiteX0" fmla="*/ 9248 w 9248"/>
              <a:gd name="connsiteY0" fmla="*/ 4701 h 10000"/>
              <a:gd name="connsiteX1" fmla="*/ 7915 w 9248"/>
              <a:gd name="connsiteY1" fmla="*/ 188 h 10000"/>
              <a:gd name="connsiteX2" fmla="*/ 7886 w 9248"/>
              <a:gd name="connsiteY2" fmla="*/ 94 h 10000"/>
              <a:gd name="connsiteX3" fmla="*/ 7803 w 9248"/>
              <a:gd name="connsiteY3" fmla="*/ 0 h 10000"/>
              <a:gd name="connsiteX4" fmla="*/ 7275 w 9248"/>
              <a:gd name="connsiteY4" fmla="*/ 0 h 10000"/>
              <a:gd name="connsiteX5" fmla="*/ 0 w 9248"/>
              <a:gd name="connsiteY5" fmla="*/ 70 h 10000"/>
              <a:gd name="connsiteX6" fmla="*/ 25 w 9248"/>
              <a:gd name="connsiteY6" fmla="*/ 10000 h 10000"/>
              <a:gd name="connsiteX7" fmla="*/ 7275 w 9248"/>
              <a:gd name="connsiteY7" fmla="*/ 9966 h 10000"/>
              <a:gd name="connsiteX8" fmla="*/ 7803 w 9248"/>
              <a:gd name="connsiteY8" fmla="*/ 9966 h 10000"/>
              <a:gd name="connsiteX9" fmla="*/ 7886 w 9248"/>
              <a:gd name="connsiteY9" fmla="*/ 9872 h 10000"/>
              <a:gd name="connsiteX10" fmla="*/ 7915 w 9248"/>
              <a:gd name="connsiteY10" fmla="*/ 9778 h 10000"/>
              <a:gd name="connsiteX11" fmla="*/ 9248 w 9248"/>
              <a:gd name="connsiteY11" fmla="*/ 5265 h 10000"/>
              <a:gd name="connsiteX12" fmla="*/ 9248 w 9248"/>
              <a:gd name="connsiteY12" fmla="*/ 4701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35662" tIns="17831" rIns="35662" bIns="17831" numCol="1" anchor="t" anchorCtr="0" compatLnSpc="1">
            <a:prstTxWarp prst="textNoShape">
              <a:avLst/>
            </a:prstTxWarp>
          </a:bodyPr>
          <a:lstStyle/>
          <a:p>
            <a:endParaRPr lang="en-US" sz="703"/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403965" y="5386393"/>
            <a:ext cx="584597" cy="316442"/>
          </a:xfrm>
          <a:prstGeom prst="rect">
            <a:avLst/>
          </a:prstGeom>
        </p:spPr>
        <p:txBody>
          <a:bodyPr/>
          <a:lstStyle/>
          <a:p>
            <a:fld id="{16845AD9-D1F4-4EC2-844C-79E58D9B0E6B}" type="slidenum">
              <a:rPr lang="en-US" sz="546" smtClean="0"/>
              <a:pPr/>
              <a:t>‹#›</a:t>
            </a:fld>
            <a:endParaRPr lang="en-US" sz="546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448381" y="540898"/>
            <a:ext cx="7196103" cy="762526"/>
          </a:xfrm>
        </p:spPr>
        <p:txBody>
          <a:bodyPr>
            <a:normAutofit/>
          </a:bodyPr>
          <a:lstStyle>
            <a:lvl1pPr>
              <a:defRPr sz="1249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813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ower point-07.png"/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9436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66755" y="238020"/>
            <a:ext cx="6720046" cy="106708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86843"/>
            <a:ext cx="8229600" cy="392250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723470"/>
            <a:ext cx="1155700" cy="2173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l">
              <a:defRPr sz="619">
                <a:solidFill>
                  <a:schemeClr val="bg1"/>
                </a:solidFill>
                <a:latin typeface="Myriad Pro"/>
                <a:cs typeface="Myriad Pro"/>
              </a:defRPr>
            </a:lvl1pPr>
          </a:lstStyle>
          <a:p>
            <a:pPr defTabSz="543153"/>
            <a:fld id="{F644F9BB-235D-0341-BBB7-B521C4CF5A02}" type="datetime1">
              <a:rPr lang="en-US" smtClean="0">
                <a:solidFill>
                  <a:prstClr val="white"/>
                </a:solidFill>
              </a:rPr>
              <a:pPr defTabSz="543153"/>
              <a:t>11/25/2016</a:t>
            </a:fld>
            <a:endParaRPr lang="en-US" dirty="0">
              <a:solidFill>
                <a:srgbClr val="66666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-6910" y="5726220"/>
            <a:ext cx="464110" cy="2173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r">
              <a:defRPr sz="619">
                <a:solidFill>
                  <a:schemeClr val="bg1"/>
                </a:solidFill>
                <a:latin typeface="Myriad Pro"/>
                <a:cs typeface="Myriad Pro"/>
              </a:defRPr>
            </a:lvl1pPr>
          </a:lstStyle>
          <a:p>
            <a:fld id="{16845AD9-D1F4-4EC2-844C-79E58D9B0E6B}" type="slidenum">
              <a:rPr lang="en-US" sz="910" smtClean="0"/>
              <a:pPr/>
              <a:t>‹#›</a:t>
            </a:fld>
            <a:endParaRPr lang="en-US" sz="910" dirty="0"/>
          </a:p>
        </p:txBody>
      </p:sp>
      <p:sp>
        <p:nvSpPr>
          <p:cNvPr id="7" name="Freeform 11"/>
          <p:cNvSpPr>
            <a:spLocks/>
          </p:cNvSpPr>
          <p:nvPr/>
        </p:nvSpPr>
        <p:spPr bwMode="auto">
          <a:xfrm flipV="1">
            <a:off x="8256673" y="5370096"/>
            <a:ext cx="475370" cy="302395"/>
          </a:xfrm>
          <a:custGeom>
            <a:avLst/>
            <a:gdLst>
              <a:gd name="T0" fmla="*/ 365 w 367"/>
              <a:gd name="T1" fmla="*/ 50 h 106"/>
              <a:gd name="T2" fmla="*/ 317 w 367"/>
              <a:gd name="T3" fmla="*/ 2 h 106"/>
              <a:gd name="T4" fmla="*/ 316 w 367"/>
              <a:gd name="T5" fmla="*/ 1 h 106"/>
              <a:gd name="T6" fmla="*/ 313 w 367"/>
              <a:gd name="T7" fmla="*/ 0 h 106"/>
              <a:gd name="T8" fmla="*/ 294 w 367"/>
              <a:gd name="T9" fmla="*/ 0 h 106"/>
              <a:gd name="T10" fmla="*/ 5 w 367"/>
              <a:gd name="T11" fmla="*/ 0 h 106"/>
              <a:gd name="T12" fmla="*/ 0 w 367"/>
              <a:gd name="T13" fmla="*/ 0 h 106"/>
              <a:gd name="T14" fmla="*/ 0 w 367"/>
              <a:gd name="T15" fmla="*/ 5 h 106"/>
              <a:gd name="T16" fmla="*/ 0 w 367"/>
              <a:gd name="T17" fmla="*/ 100 h 106"/>
              <a:gd name="T18" fmla="*/ 0 w 367"/>
              <a:gd name="T19" fmla="*/ 106 h 106"/>
              <a:gd name="T20" fmla="*/ 5 w 367"/>
              <a:gd name="T21" fmla="*/ 106 h 106"/>
              <a:gd name="T22" fmla="*/ 294 w 367"/>
              <a:gd name="T23" fmla="*/ 106 h 106"/>
              <a:gd name="T24" fmla="*/ 313 w 367"/>
              <a:gd name="T25" fmla="*/ 106 h 106"/>
              <a:gd name="T26" fmla="*/ 316 w 367"/>
              <a:gd name="T27" fmla="*/ 105 h 106"/>
              <a:gd name="T28" fmla="*/ 317 w 367"/>
              <a:gd name="T29" fmla="*/ 104 h 106"/>
              <a:gd name="T30" fmla="*/ 365 w 367"/>
              <a:gd name="T31" fmla="*/ 56 h 106"/>
              <a:gd name="T32" fmla="*/ 365 w 367"/>
              <a:gd name="T33" fmla="*/ 50 h 106"/>
              <a:gd name="connsiteX0" fmla="*/ 9946 w 9946"/>
              <a:gd name="connsiteY0" fmla="*/ 4717 h 10000"/>
              <a:gd name="connsiteX1" fmla="*/ 8638 w 9946"/>
              <a:gd name="connsiteY1" fmla="*/ 189 h 10000"/>
              <a:gd name="connsiteX2" fmla="*/ 8610 w 9946"/>
              <a:gd name="connsiteY2" fmla="*/ 94 h 10000"/>
              <a:gd name="connsiteX3" fmla="*/ 8529 w 9946"/>
              <a:gd name="connsiteY3" fmla="*/ 0 h 10000"/>
              <a:gd name="connsiteX4" fmla="*/ 8011 w 9946"/>
              <a:gd name="connsiteY4" fmla="*/ 0 h 10000"/>
              <a:gd name="connsiteX5" fmla="*/ 874 w 9946"/>
              <a:gd name="connsiteY5" fmla="*/ 70 h 10000"/>
              <a:gd name="connsiteX6" fmla="*/ 136 w 9946"/>
              <a:gd name="connsiteY6" fmla="*/ 0 h 10000"/>
              <a:gd name="connsiteX7" fmla="*/ 0 w 9946"/>
              <a:gd name="connsiteY7" fmla="*/ 0 h 10000"/>
              <a:gd name="connsiteX8" fmla="*/ 0 w 9946"/>
              <a:gd name="connsiteY8" fmla="*/ 472 h 10000"/>
              <a:gd name="connsiteX9" fmla="*/ 0 w 9946"/>
              <a:gd name="connsiteY9" fmla="*/ 9434 h 10000"/>
              <a:gd name="connsiteX10" fmla="*/ 0 w 9946"/>
              <a:gd name="connsiteY10" fmla="*/ 10000 h 10000"/>
              <a:gd name="connsiteX11" fmla="*/ 136 w 9946"/>
              <a:gd name="connsiteY11" fmla="*/ 10000 h 10000"/>
              <a:gd name="connsiteX12" fmla="*/ 8011 w 9946"/>
              <a:gd name="connsiteY12" fmla="*/ 10000 h 10000"/>
              <a:gd name="connsiteX13" fmla="*/ 8529 w 9946"/>
              <a:gd name="connsiteY13" fmla="*/ 10000 h 10000"/>
              <a:gd name="connsiteX14" fmla="*/ 8610 w 9946"/>
              <a:gd name="connsiteY14" fmla="*/ 9906 h 10000"/>
              <a:gd name="connsiteX15" fmla="*/ 8638 w 9946"/>
              <a:gd name="connsiteY15" fmla="*/ 9811 h 10000"/>
              <a:gd name="connsiteX16" fmla="*/ 9946 w 9946"/>
              <a:gd name="connsiteY16" fmla="*/ 5283 h 10000"/>
              <a:gd name="connsiteX17" fmla="*/ 9946 w 9946"/>
              <a:gd name="connsiteY17" fmla="*/ 4717 h 10000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0 w 10000"/>
              <a:gd name="connsiteY10" fmla="*/ 10000 h 10034"/>
              <a:gd name="connsiteX11" fmla="*/ 137 w 10000"/>
              <a:gd name="connsiteY11" fmla="*/ 10000 h 10034"/>
              <a:gd name="connsiteX12" fmla="*/ 903 w 10000"/>
              <a:gd name="connsiteY12" fmla="*/ 10034 h 10034"/>
              <a:gd name="connsiteX13" fmla="*/ 8054 w 10000"/>
              <a:gd name="connsiteY13" fmla="*/ 10000 h 10034"/>
              <a:gd name="connsiteX14" fmla="*/ 8575 w 10000"/>
              <a:gd name="connsiteY14" fmla="*/ 10000 h 10034"/>
              <a:gd name="connsiteX15" fmla="*/ 8657 w 10000"/>
              <a:gd name="connsiteY15" fmla="*/ 9906 h 10034"/>
              <a:gd name="connsiteX16" fmla="*/ 8685 w 10000"/>
              <a:gd name="connsiteY16" fmla="*/ 9811 h 10034"/>
              <a:gd name="connsiteX17" fmla="*/ 10000 w 10000"/>
              <a:gd name="connsiteY17" fmla="*/ 5283 h 10034"/>
              <a:gd name="connsiteX18" fmla="*/ 10000 w 10000"/>
              <a:gd name="connsiteY18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0 w 10000"/>
              <a:gd name="connsiteY10" fmla="*/ 10000 h 10034"/>
              <a:gd name="connsiteX11" fmla="*/ 903 w 10000"/>
              <a:gd name="connsiteY11" fmla="*/ 10034 h 10034"/>
              <a:gd name="connsiteX12" fmla="*/ 8054 w 10000"/>
              <a:gd name="connsiteY12" fmla="*/ 10000 h 10034"/>
              <a:gd name="connsiteX13" fmla="*/ 8575 w 10000"/>
              <a:gd name="connsiteY13" fmla="*/ 10000 h 10034"/>
              <a:gd name="connsiteX14" fmla="*/ 8657 w 10000"/>
              <a:gd name="connsiteY14" fmla="*/ 9906 h 10034"/>
              <a:gd name="connsiteX15" fmla="*/ 8685 w 10000"/>
              <a:gd name="connsiteY15" fmla="*/ 9811 h 10034"/>
              <a:gd name="connsiteX16" fmla="*/ 10000 w 10000"/>
              <a:gd name="connsiteY16" fmla="*/ 5283 h 10034"/>
              <a:gd name="connsiteX17" fmla="*/ 10000 w 10000"/>
              <a:gd name="connsiteY17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903 w 10000"/>
              <a:gd name="connsiteY10" fmla="*/ 10034 h 10034"/>
              <a:gd name="connsiteX11" fmla="*/ 8054 w 10000"/>
              <a:gd name="connsiteY11" fmla="*/ 10000 h 10034"/>
              <a:gd name="connsiteX12" fmla="*/ 8575 w 10000"/>
              <a:gd name="connsiteY12" fmla="*/ 10000 h 10034"/>
              <a:gd name="connsiteX13" fmla="*/ 8657 w 10000"/>
              <a:gd name="connsiteY13" fmla="*/ 9906 h 10034"/>
              <a:gd name="connsiteX14" fmla="*/ 8685 w 10000"/>
              <a:gd name="connsiteY14" fmla="*/ 9811 h 10034"/>
              <a:gd name="connsiteX15" fmla="*/ 10000 w 10000"/>
              <a:gd name="connsiteY15" fmla="*/ 5283 h 10034"/>
              <a:gd name="connsiteX16" fmla="*/ 10000 w 10000"/>
              <a:gd name="connsiteY16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903 w 10000"/>
              <a:gd name="connsiteY9" fmla="*/ 10034 h 10034"/>
              <a:gd name="connsiteX10" fmla="*/ 8054 w 10000"/>
              <a:gd name="connsiteY10" fmla="*/ 10000 h 10034"/>
              <a:gd name="connsiteX11" fmla="*/ 8575 w 10000"/>
              <a:gd name="connsiteY11" fmla="*/ 10000 h 10034"/>
              <a:gd name="connsiteX12" fmla="*/ 8657 w 10000"/>
              <a:gd name="connsiteY12" fmla="*/ 9906 h 10034"/>
              <a:gd name="connsiteX13" fmla="*/ 8685 w 10000"/>
              <a:gd name="connsiteY13" fmla="*/ 9811 h 10034"/>
              <a:gd name="connsiteX14" fmla="*/ 10000 w 10000"/>
              <a:gd name="connsiteY14" fmla="*/ 5283 h 10034"/>
              <a:gd name="connsiteX15" fmla="*/ 10000 w 10000"/>
              <a:gd name="connsiteY15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903 w 10000"/>
              <a:gd name="connsiteY8" fmla="*/ 10034 h 10034"/>
              <a:gd name="connsiteX9" fmla="*/ 8054 w 10000"/>
              <a:gd name="connsiteY9" fmla="*/ 10000 h 10034"/>
              <a:gd name="connsiteX10" fmla="*/ 8575 w 10000"/>
              <a:gd name="connsiteY10" fmla="*/ 10000 h 10034"/>
              <a:gd name="connsiteX11" fmla="*/ 8657 w 10000"/>
              <a:gd name="connsiteY11" fmla="*/ 9906 h 10034"/>
              <a:gd name="connsiteX12" fmla="*/ 8685 w 10000"/>
              <a:gd name="connsiteY12" fmla="*/ 9811 h 10034"/>
              <a:gd name="connsiteX13" fmla="*/ 10000 w 10000"/>
              <a:gd name="connsiteY13" fmla="*/ 5283 h 10034"/>
              <a:gd name="connsiteX14" fmla="*/ 10000 w 10000"/>
              <a:gd name="connsiteY14" fmla="*/ 4717 h 10034"/>
              <a:gd name="connsiteX0" fmla="*/ 9863 w 9863"/>
              <a:gd name="connsiteY0" fmla="*/ 4717 h 10034"/>
              <a:gd name="connsiteX1" fmla="*/ 8548 w 9863"/>
              <a:gd name="connsiteY1" fmla="*/ 189 h 10034"/>
              <a:gd name="connsiteX2" fmla="*/ 8520 w 9863"/>
              <a:gd name="connsiteY2" fmla="*/ 94 h 10034"/>
              <a:gd name="connsiteX3" fmla="*/ 8438 w 9863"/>
              <a:gd name="connsiteY3" fmla="*/ 0 h 10034"/>
              <a:gd name="connsiteX4" fmla="*/ 7917 w 9863"/>
              <a:gd name="connsiteY4" fmla="*/ 0 h 10034"/>
              <a:gd name="connsiteX5" fmla="*/ 742 w 9863"/>
              <a:gd name="connsiteY5" fmla="*/ 70 h 10034"/>
              <a:gd name="connsiteX6" fmla="*/ 0 w 9863"/>
              <a:gd name="connsiteY6" fmla="*/ 0 h 10034"/>
              <a:gd name="connsiteX7" fmla="*/ 766 w 9863"/>
              <a:gd name="connsiteY7" fmla="*/ 10034 h 10034"/>
              <a:gd name="connsiteX8" fmla="*/ 7917 w 9863"/>
              <a:gd name="connsiteY8" fmla="*/ 10000 h 10034"/>
              <a:gd name="connsiteX9" fmla="*/ 8438 w 9863"/>
              <a:gd name="connsiteY9" fmla="*/ 10000 h 10034"/>
              <a:gd name="connsiteX10" fmla="*/ 8520 w 9863"/>
              <a:gd name="connsiteY10" fmla="*/ 9906 h 10034"/>
              <a:gd name="connsiteX11" fmla="*/ 8548 w 9863"/>
              <a:gd name="connsiteY11" fmla="*/ 9811 h 10034"/>
              <a:gd name="connsiteX12" fmla="*/ 9863 w 9863"/>
              <a:gd name="connsiteY12" fmla="*/ 5283 h 10034"/>
              <a:gd name="connsiteX13" fmla="*/ 9863 w 9863"/>
              <a:gd name="connsiteY13" fmla="*/ 4717 h 10034"/>
              <a:gd name="connsiteX0" fmla="*/ 9248 w 9248"/>
              <a:gd name="connsiteY0" fmla="*/ 4701 h 10000"/>
              <a:gd name="connsiteX1" fmla="*/ 7915 w 9248"/>
              <a:gd name="connsiteY1" fmla="*/ 188 h 10000"/>
              <a:gd name="connsiteX2" fmla="*/ 7886 w 9248"/>
              <a:gd name="connsiteY2" fmla="*/ 94 h 10000"/>
              <a:gd name="connsiteX3" fmla="*/ 7803 w 9248"/>
              <a:gd name="connsiteY3" fmla="*/ 0 h 10000"/>
              <a:gd name="connsiteX4" fmla="*/ 7275 w 9248"/>
              <a:gd name="connsiteY4" fmla="*/ 0 h 10000"/>
              <a:gd name="connsiteX5" fmla="*/ 0 w 9248"/>
              <a:gd name="connsiteY5" fmla="*/ 70 h 10000"/>
              <a:gd name="connsiteX6" fmla="*/ 25 w 9248"/>
              <a:gd name="connsiteY6" fmla="*/ 10000 h 10000"/>
              <a:gd name="connsiteX7" fmla="*/ 7275 w 9248"/>
              <a:gd name="connsiteY7" fmla="*/ 9966 h 10000"/>
              <a:gd name="connsiteX8" fmla="*/ 7803 w 9248"/>
              <a:gd name="connsiteY8" fmla="*/ 9966 h 10000"/>
              <a:gd name="connsiteX9" fmla="*/ 7886 w 9248"/>
              <a:gd name="connsiteY9" fmla="*/ 9872 h 10000"/>
              <a:gd name="connsiteX10" fmla="*/ 7915 w 9248"/>
              <a:gd name="connsiteY10" fmla="*/ 9778 h 10000"/>
              <a:gd name="connsiteX11" fmla="*/ 9248 w 9248"/>
              <a:gd name="connsiteY11" fmla="*/ 5265 h 10000"/>
              <a:gd name="connsiteX12" fmla="*/ 9248 w 9248"/>
              <a:gd name="connsiteY12" fmla="*/ 4701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51435" tIns="25717" rIns="51435" bIns="25717" numCol="1" anchor="t" anchorCtr="0" compatLnSpc="1">
            <a:prstTxWarp prst="textNoShape">
              <a:avLst/>
            </a:prstTxWarp>
          </a:bodyPr>
          <a:lstStyle/>
          <a:p>
            <a:pPr defTabSz="543153"/>
            <a:endParaRPr lang="en-US" sz="803">
              <a:solidFill>
                <a:prstClr val="black"/>
              </a:solidFill>
            </a:endParaRPr>
          </a:p>
        </p:txBody>
      </p:sp>
      <p:sp>
        <p:nvSpPr>
          <p:cNvPr id="8" name="Freeform 11"/>
          <p:cNvSpPr>
            <a:spLocks/>
          </p:cNvSpPr>
          <p:nvPr userDrawn="1"/>
        </p:nvSpPr>
        <p:spPr bwMode="auto">
          <a:xfrm flipV="1">
            <a:off x="8256672" y="5370095"/>
            <a:ext cx="475370" cy="302395"/>
          </a:xfrm>
          <a:custGeom>
            <a:avLst/>
            <a:gdLst>
              <a:gd name="T0" fmla="*/ 365 w 367"/>
              <a:gd name="T1" fmla="*/ 50 h 106"/>
              <a:gd name="T2" fmla="*/ 317 w 367"/>
              <a:gd name="T3" fmla="*/ 2 h 106"/>
              <a:gd name="T4" fmla="*/ 316 w 367"/>
              <a:gd name="T5" fmla="*/ 1 h 106"/>
              <a:gd name="T6" fmla="*/ 313 w 367"/>
              <a:gd name="T7" fmla="*/ 0 h 106"/>
              <a:gd name="T8" fmla="*/ 294 w 367"/>
              <a:gd name="T9" fmla="*/ 0 h 106"/>
              <a:gd name="T10" fmla="*/ 5 w 367"/>
              <a:gd name="T11" fmla="*/ 0 h 106"/>
              <a:gd name="T12" fmla="*/ 0 w 367"/>
              <a:gd name="T13" fmla="*/ 0 h 106"/>
              <a:gd name="T14" fmla="*/ 0 w 367"/>
              <a:gd name="T15" fmla="*/ 5 h 106"/>
              <a:gd name="T16" fmla="*/ 0 w 367"/>
              <a:gd name="T17" fmla="*/ 100 h 106"/>
              <a:gd name="T18" fmla="*/ 0 w 367"/>
              <a:gd name="T19" fmla="*/ 106 h 106"/>
              <a:gd name="T20" fmla="*/ 5 w 367"/>
              <a:gd name="T21" fmla="*/ 106 h 106"/>
              <a:gd name="T22" fmla="*/ 294 w 367"/>
              <a:gd name="T23" fmla="*/ 106 h 106"/>
              <a:gd name="T24" fmla="*/ 313 w 367"/>
              <a:gd name="T25" fmla="*/ 106 h 106"/>
              <a:gd name="T26" fmla="*/ 316 w 367"/>
              <a:gd name="T27" fmla="*/ 105 h 106"/>
              <a:gd name="T28" fmla="*/ 317 w 367"/>
              <a:gd name="T29" fmla="*/ 104 h 106"/>
              <a:gd name="T30" fmla="*/ 365 w 367"/>
              <a:gd name="T31" fmla="*/ 56 h 106"/>
              <a:gd name="T32" fmla="*/ 365 w 367"/>
              <a:gd name="T33" fmla="*/ 50 h 106"/>
              <a:gd name="connsiteX0" fmla="*/ 9946 w 9946"/>
              <a:gd name="connsiteY0" fmla="*/ 4717 h 10000"/>
              <a:gd name="connsiteX1" fmla="*/ 8638 w 9946"/>
              <a:gd name="connsiteY1" fmla="*/ 189 h 10000"/>
              <a:gd name="connsiteX2" fmla="*/ 8610 w 9946"/>
              <a:gd name="connsiteY2" fmla="*/ 94 h 10000"/>
              <a:gd name="connsiteX3" fmla="*/ 8529 w 9946"/>
              <a:gd name="connsiteY3" fmla="*/ 0 h 10000"/>
              <a:gd name="connsiteX4" fmla="*/ 8011 w 9946"/>
              <a:gd name="connsiteY4" fmla="*/ 0 h 10000"/>
              <a:gd name="connsiteX5" fmla="*/ 874 w 9946"/>
              <a:gd name="connsiteY5" fmla="*/ 70 h 10000"/>
              <a:gd name="connsiteX6" fmla="*/ 136 w 9946"/>
              <a:gd name="connsiteY6" fmla="*/ 0 h 10000"/>
              <a:gd name="connsiteX7" fmla="*/ 0 w 9946"/>
              <a:gd name="connsiteY7" fmla="*/ 0 h 10000"/>
              <a:gd name="connsiteX8" fmla="*/ 0 w 9946"/>
              <a:gd name="connsiteY8" fmla="*/ 472 h 10000"/>
              <a:gd name="connsiteX9" fmla="*/ 0 w 9946"/>
              <a:gd name="connsiteY9" fmla="*/ 9434 h 10000"/>
              <a:gd name="connsiteX10" fmla="*/ 0 w 9946"/>
              <a:gd name="connsiteY10" fmla="*/ 10000 h 10000"/>
              <a:gd name="connsiteX11" fmla="*/ 136 w 9946"/>
              <a:gd name="connsiteY11" fmla="*/ 10000 h 10000"/>
              <a:gd name="connsiteX12" fmla="*/ 8011 w 9946"/>
              <a:gd name="connsiteY12" fmla="*/ 10000 h 10000"/>
              <a:gd name="connsiteX13" fmla="*/ 8529 w 9946"/>
              <a:gd name="connsiteY13" fmla="*/ 10000 h 10000"/>
              <a:gd name="connsiteX14" fmla="*/ 8610 w 9946"/>
              <a:gd name="connsiteY14" fmla="*/ 9906 h 10000"/>
              <a:gd name="connsiteX15" fmla="*/ 8638 w 9946"/>
              <a:gd name="connsiteY15" fmla="*/ 9811 h 10000"/>
              <a:gd name="connsiteX16" fmla="*/ 9946 w 9946"/>
              <a:gd name="connsiteY16" fmla="*/ 5283 h 10000"/>
              <a:gd name="connsiteX17" fmla="*/ 9946 w 9946"/>
              <a:gd name="connsiteY17" fmla="*/ 4717 h 10000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0 w 10000"/>
              <a:gd name="connsiteY10" fmla="*/ 10000 h 10034"/>
              <a:gd name="connsiteX11" fmla="*/ 137 w 10000"/>
              <a:gd name="connsiteY11" fmla="*/ 10000 h 10034"/>
              <a:gd name="connsiteX12" fmla="*/ 903 w 10000"/>
              <a:gd name="connsiteY12" fmla="*/ 10034 h 10034"/>
              <a:gd name="connsiteX13" fmla="*/ 8054 w 10000"/>
              <a:gd name="connsiteY13" fmla="*/ 10000 h 10034"/>
              <a:gd name="connsiteX14" fmla="*/ 8575 w 10000"/>
              <a:gd name="connsiteY14" fmla="*/ 10000 h 10034"/>
              <a:gd name="connsiteX15" fmla="*/ 8657 w 10000"/>
              <a:gd name="connsiteY15" fmla="*/ 9906 h 10034"/>
              <a:gd name="connsiteX16" fmla="*/ 8685 w 10000"/>
              <a:gd name="connsiteY16" fmla="*/ 9811 h 10034"/>
              <a:gd name="connsiteX17" fmla="*/ 10000 w 10000"/>
              <a:gd name="connsiteY17" fmla="*/ 5283 h 10034"/>
              <a:gd name="connsiteX18" fmla="*/ 10000 w 10000"/>
              <a:gd name="connsiteY18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0 w 10000"/>
              <a:gd name="connsiteY10" fmla="*/ 10000 h 10034"/>
              <a:gd name="connsiteX11" fmla="*/ 903 w 10000"/>
              <a:gd name="connsiteY11" fmla="*/ 10034 h 10034"/>
              <a:gd name="connsiteX12" fmla="*/ 8054 w 10000"/>
              <a:gd name="connsiteY12" fmla="*/ 10000 h 10034"/>
              <a:gd name="connsiteX13" fmla="*/ 8575 w 10000"/>
              <a:gd name="connsiteY13" fmla="*/ 10000 h 10034"/>
              <a:gd name="connsiteX14" fmla="*/ 8657 w 10000"/>
              <a:gd name="connsiteY14" fmla="*/ 9906 h 10034"/>
              <a:gd name="connsiteX15" fmla="*/ 8685 w 10000"/>
              <a:gd name="connsiteY15" fmla="*/ 9811 h 10034"/>
              <a:gd name="connsiteX16" fmla="*/ 10000 w 10000"/>
              <a:gd name="connsiteY16" fmla="*/ 5283 h 10034"/>
              <a:gd name="connsiteX17" fmla="*/ 10000 w 10000"/>
              <a:gd name="connsiteY17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903 w 10000"/>
              <a:gd name="connsiteY10" fmla="*/ 10034 h 10034"/>
              <a:gd name="connsiteX11" fmla="*/ 8054 w 10000"/>
              <a:gd name="connsiteY11" fmla="*/ 10000 h 10034"/>
              <a:gd name="connsiteX12" fmla="*/ 8575 w 10000"/>
              <a:gd name="connsiteY12" fmla="*/ 10000 h 10034"/>
              <a:gd name="connsiteX13" fmla="*/ 8657 w 10000"/>
              <a:gd name="connsiteY13" fmla="*/ 9906 h 10034"/>
              <a:gd name="connsiteX14" fmla="*/ 8685 w 10000"/>
              <a:gd name="connsiteY14" fmla="*/ 9811 h 10034"/>
              <a:gd name="connsiteX15" fmla="*/ 10000 w 10000"/>
              <a:gd name="connsiteY15" fmla="*/ 5283 h 10034"/>
              <a:gd name="connsiteX16" fmla="*/ 10000 w 10000"/>
              <a:gd name="connsiteY16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903 w 10000"/>
              <a:gd name="connsiteY9" fmla="*/ 10034 h 10034"/>
              <a:gd name="connsiteX10" fmla="*/ 8054 w 10000"/>
              <a:gd name="connsiteY10" fmla="*/ 10000 h 10034"/>
              <a:gd name="connsiteX11" fmla="*/ 8575 w 10000"/>
              <a:gd name="connsiteY11" fmla="*/ 10000 h 10034"/>
              <a:gd name="connsiteX12" fmla="*/ 8657 w 10000"/>
              <a:gd name="connsiteY12" fmla="*/ 9906 h 10034"/>
              <a:gd name="connsiteX13" fmla="*/ 8685 w 10000"/>
              <a:gd name="connsiteY13" fmla="*/ 9811 h 10034"/>
              <a:gd name="connsiteX14" fmla="*/ 10000 w 10000"/>
              <a:gd name="connsiteY14" fmla="*/ 5283 h 10034"/>
              <a:gd name="connsiteX15" fmla="*/ 10000 w 10000"/>
              <a:gd name="connsiteY15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903 w 10000"/>
              <a:gd name="connsiteY8" fmla="*/ 10034 h 10034"/>
              <a:gd name="connsiteX9" fmla="*/ 8054 w 10000"/>
              <a:gd name="connsiteY9" fmla="*/ 10000 h 10034"/>
              <a:gd name="connsiteX10" fmla="*/ 8575 w 10000"/>
              <a:gd name="connsiteY10" fmla="*/ 10000 h 10034"/>
              <a:gd name="connsiteX11" fmla="*/ 8657 w 10000"/>
              <a:gd name="connsiteY11" fmla="*/ 9906 h 10034"/>
              <a:gd name="connsiteX12" fmla="*/ 8685 w 10000"/>
              <a:gd name="connsiteY12" fmla="*/ 9811 h 10034"/>
              <a:gd name="connsiteX13" fmla="*/ 10000 w 10000"/>
              <a:gd name="connsiteY13" fmla="*/ 5283 h 10034"/>
              <a:gd name="connsiteX14" fmla="*/ 10000 w 10000"/>
              <a:gd name="connsiteY14" fmla="*/ 4717 h 10034"/>
              <a:gd name="connsiteX0" fmla="*/ 9863 w 9863"/>
              <a:gd name="connsiteY0" fmla="*/ 4717 h 10034"/>
              <a:gd name="connsiteX1" fmla="*/ 8548 w 9863"/>
              <a:gd name="connsiteY1" fmla="*/ 189 h 10034"/>
              <a:gd name="connsiteX2" fmla="*/ 8520 w 9863"/>
              <a:gd name="connsiteY2" fmla="*/ 94 h 10034"/>
              <a:gd name="connsiteX3" fmla="*/ 8438 w 9863"/>
              <a:gd name="connsiteY3" fmla="*/ 0 h 10034"/>
              <a:gd name="connsiteX4" fmla="*/ 7917 w 9863"/>
              <a:gd name="connsiteY4" fmla="*/ 0 h 10034"/>
              <a:gd name="connsiteX5" fmla="*/ 742 w 9863"/>
              <a:gd name="connsiteY5" fmla="*/ 70 h 10034"/>
              <a:gd name="connsiteX6" fmla="*/ 0 w 9863"/>
              <a:gd name="connsiteY6" fmla="*/ 0 h 10034"/>
              <a:gd name="connsiteX7" fmla="*/ 766 w 9863"/>
              <a:gd name="connsiteY7" fmla="*/ 10034 h 10034"/>
              <a:gd name="connsiteX8" fmla="*/ 7917 w 9863"/>
              <a:gd name="connsiteY8" fmla="*/ 10000 h 10034"/>
              <a:gd name="connsiteX9" fmla="*/ 8438 w 9863"/>
              <a:gd name="connsiteY9" fmla="*/ 10000 h 10034"/>
              <a:gd name="connsiteX10" fmla="*/ 8520 w 9863"/>
              <a:gd name="connsiteY10" fmla="*/ 9906 h 10034"/>
              <a:gd name="connsiteX11" fmla="*/ 8548 w 9863"/>
              <a:gd name="connsiteY11" fmla="*/ 9811 h 10034"/>
              <a:gd name="connsiteX12" fmla="*/ 9863 w 9863"/>
              <a:gd name="connsiteY12" fmla="*/ 5283 h 10034"/>
              <a:gd name="connsiteX13" fmla="*/ 9863 w 9863"/>
              <a:gd name="connsiteY13" fmla="*/ 4717 h 10034"/>
              <a:gd name="connsiteX0" fmla="*/ 9248 w 9248"/>
              <a:gd name="connsiteY0" fmla="*/ 4701 h 10000"/>
              <a:gd name="connsiteX1" fmla="*/ 7915 w 9248"/>
              <a:gd name="connsiteY1" fmla="*/ 188 h 10000"/>
              <a:gd name="connsiteX2" fmla="*/ 7886 w 9248"/>
              <a:gd name="connsiteY2" fmla="*/ 94 h 10000"/>
              <a:gd name="connsiteX3" fmla="*/ 7803 w 9248"/>
              <a:gd name="connsiteY3" fmla="*/ 0 h 10000"/>
              <a:gd name="connsiteX4" fmla="*/ 7275 w 9248"/>
              <a:gd name="connsiteY4" fmla="*/ 0 h 10000"/>
              <a:gd name="connsiteX5" fmla="*/ 0 w 9248"/>
              <a:gd name="connsiteY5" fmla="*/ 70 h 10000"/>
              <a:gd name="connsiteX6" fmla="*/ 25 w 9248"/>
              <a:gd name="connsiteY6" fmla="*/ 10000 h 10000"/>
              <a:gd name="connsiteX7" fmla="*/ 7275 w 9248"/>
              <a:gd name="connsiteY7" fmla="*/ 9966 h 10000"/>
              <a:gd name="connsiteX8" fmla="*/ 7803 w 9248"/>
              <a:gd name="connsiteY8" fmla="*/ 9966 h 10000"/>
              <a:gd name="connsiteX9" fmla="*/ 7886 w 9248"/>
              <a:gd name="connsiteY9" fmla="*/ 9872 h 10000"/>
              <a:gd name="connsiteX10" fmla="*/ 7915 w 9248"/>
              <a:gd name="connsiteY10" fmla="*/ 9778 h 10000"/>
              <a:gd name="connsiteX11" fmla="*/ 9248 w 9248"/>
              <a:gd name="connsiteY11" fmla="*/ 5265 h 10000"/>
              <a:gd name="connsiteX12" fmla="*/ 9248 w 9248"/>
              <a:gd name="connsiteY12" fmla="*/ 4701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59436" tIns="29718" rIns="59436" bIns="29718" numCol="1" anchor="t" anchorCtr="0" compatLnSpc="1">
            <a:prstTxWarp prst="textNoShape">
              <a:avLst/>
            </a:prstTxWarp>
          </a:bodyPr>
          <a:lstStyle/>
          <a:p>
            <a:endParaRPr lang="en-US" sz="1170"/>
          </a:p>
        </p:txBody>
      </p:sp>
    </p:spTree>
    <p:extLst>
      <p:ext uri="{BB962C8B-B14F-4D97-AF65-F5344CB8AC3E}">
        <p14:creationId xmlns:p14="http://schemas.microsoft.com/office/powerpoint/2010/main" val="2250905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64" r:id="rId13"/>
  </p:sldLayoutIdLst>
  <p:timing>
    <p:tnLst>
      <p:par>
        <p:cTn id="1" dur="indefinite" restart="never" nodeType="tmRoot"/>
      </p:par>
    </p:tnLst>
  </p:timing>
  <p:hf hdr="0" dt="0"/>
  <p:txStyles>
    <p:titleStyle>
      <a:lvl1pPr algn="ctr" defTabSz="257175" rtl="0" eaLnBrk="1" latinLnBrk="0" hangingPunct="1">
        <a:spcBef>
          <a:spcPct val="0"/>
        </a:spcBef>
        <a:buNone/>
        <a:defRPr sz="3000" kern="1200">
          <a:solidFill>
            <a:schemeClr val="accent5">
              <a:lumMod val="75000"/>
            </a:schemeClr>
          </a:solidFill>
          <a:latin typeface="Myriad Pro"/>
          <a:ea typeface="+mj-ea"/>
          <a:cs typeface="Myriad Pro"/>
        </a:defRPr>
      </a:lvl1pPr>
    </p:titleStyle>
    <p:bodyStyle>
      <a:lvl1pPr marL="192881" indent="-192881" algn="l" defTabSz="257175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Myriad Pro"/>
          <a:ea typeface="+mn-ea"/>
          <a:cs typeface="Myriad Pro"/>
        </a:defRPr>
      </a:lvl1pPr>
      <a:lvl2pPr marL="417909" indent="-160735" algn="l" defTabSz="257175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Myriad Pro"/>
          <a:ea typeface="+mn-ea"/>
          <a:cs typeface="Myriad Pro"/>
        </a:defRPr>
      </a:lvl2pPr>
      <a:lvl3pPr marL="642936" indent="-128587" algn="l" defTabSz="257175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Myriad Pro"/>
          <a:ea typeface="+mn-ea"/>
          <a:cs typeface="Myriad Pro"/>
        </a:defRPr>
      </a:lvl3pPr>
      <a:lvl4pPr marL="900111" indent="-128587" algn="l" defTabSz="257175" rtl="0" eaLnBrk="1" latinLnBrk="0" hangingPunct="1">
        <a:spcBef>
          <a:spcPct val="20000"/>
        </a:spcBef>
        <a:buFont typeface="Arial"/>
        <a:buChar char="–"/>
        <a:defRPr sz="1125" kern="1200">
          <a:solidFill>
            <a:schemeClr val="tx1"/>
          </a:solidFill>
          <a:latin typeface="Myriad Pro"/>
          <a:ea typeface="+mn-ea"/>
          <a:cs typeface="Myriad Pro"/>
        </a:defRPr>
      </a:lvl4pPr>
      <a:lvl5pPr marL="1157285" indent="-128587" algn="l" defTabSz="257175" rtl="0" eaLnBrk="1" latinLnBrk="0" hangingPunct="1">
        <a:spcBef>
          <a:spcPct val="20000"/>
        </a:spcBef>
        <a:buFont typeface="Arial"/>
        <a:buChar char="»"/>
        <a:defRPr sz="1125" kern="1200">
          <a:solidFill>
            <a:schemeClr val="tx1"/>
          </a:solidFill>
          <a:latin typeface="Myriad Pro"/>
          <a:ea typeface="+mn-ea"/>
          <a:cs typeface="Myriad Pro"/>
        </a:defRPr>
      </a:lvl5pPr>
      <a:lvl6pPr marL="1414460" indent="-128587" algn="l" defTabSz="257175" rtl="0" eaLnBrk="1" latinLnBrk="0" hangingPunct="1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5" indent="-128587" algn="l" defTabSz="257175" rtl="0" eaLnBrk="1" latinLnBrk="0" hangingPunct="1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0" indent="-128587" algn="l" defTabSz="257175" rtl="0" eaLnBrk="1" latinLnBrk="0" hangingPunct="1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4" indent="-128587" algn="l" defTabSz="257175" rtl="0" eaLnBrk="1" latinLnBrk="0" hangingPunct="1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49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4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698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3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48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3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397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ower point-07.png"/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9436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66755" y="238020"/>
            <a:ext cx="6720046" cy="106708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86843"/>
            <a:ext cx="8229600" cy="392250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723470"/>
            <a:ext cx="1155700" cy="2173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l">
              <a:defRPr sz="619">
                <a:solidFill>
                  <a:schemeClr val="bg1"/>
                </a:solidFill>
                <a:latin typeface="Myriad Pro"/>
                <a:cs typeface="Myriad Pro"/>
              </a:defRPr>
            </a:lvl1pPr>
          </a:lstStyle>
          <a:p>
            <a:fld id="{F644F9BB-235D-0341-BBB7-B521C4CF5A02}" type="datetime1">
              <a:rPr lang="en-US" smtClean="0"/>
              <a:pPr/>
              <a:t>11/25/2016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-6910" y="5726220"/>
            <a:ext cx="464110" cy="2173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r">
              <a:defRPr sz="619">
                <a:solidFill>
                  <a:schemeClr val="bg1"/>
                </a:solidFill>
                <a:latin typeface="Myriad Pro"/>
                <a:cs typeface="Myriad Pro"/>
              </a:defRPr>
            </a:lvl1pPr>
          </a:lstStyle>
          <a:p>
            <a:fld id="{16845AD9-D1F4-4EC2-844C-79E58D9B0E6B}" type="slidenum">
              <a:rPr lang="en-US" sz="546" smtClean="0">
                <a:solidFill>
                  <a:prstClr val="black"/>
                </a:solidFill>
              </a:rPr>
              <a:pPr/>
              <a:t>‹#›</a:t>
            </a:fld>
            <a:endParaRPr lang="en-US" sz="546" dirty="0">
              <a:solidFill>
                <a:prstClr val="black"/>
              </a:solidFill>
            </a:endParaRPr>
          </a:p>
        </p:txBody>
      </p:sp>
      <p:sp>
        <p:nvSpPr>
          <p:cNvPr id="7" name="Freeform 11"/>
          <p:cNvSpPr>
            <a:spLocks/>
          </p:cNvSpPr>
          <p:nvPr/>
        </p:nvSpPr>
        <p:spPr bwMode="auto">
          <a:xfrm flipV="1">
            <a:off x="8256673" y="5370096"/>
            <a:ext cx="475370" cy="302395"/>
          </a:xfrm>
          <a:custGeom>
            <a:avLst/>
            <a:gdLst>
              <a:gd name="T0" fmla="*/ 365 w 367"/>
              <a:gd name="T1" fmla="*/ 50 h 106"/>
              <a:gd name="T2" fmla="*/ 317 w 367"/>
              <a:gd name="T3" fmla="*/ 2 h 106"/>
              <a:gd name="T4" fmla="*/ 316 w 367"/>
              <a:gd name="T5" fmla="*/ 1 h 106"/>
              <a:gd name="T6" fmla="*/ 313 w 367"/>
              <a:gd name="T7" fmla="*/ 0 h 106"/>
              <a:gd name="T8" fmla="*/ 294 w 367"/>
              <a:gd name="T9" fmla="*/ 0 h 106"/>
              <a:gd name="T10" fmla="*/ 5 w 367"/>
              <a:gd name="T11" fmla="*/ 0 h 106"/>
              <a:gd name="T12" fmla="*/ 0 w 367"/>
              <a:gd name="T13" fmla="*/ 0 h 106"/>
              <a:gd name="T14" fmla="*/ 0 w 367"/>
              <a:gd name="T15" fmla="*/ 5 h 106"/>
              <a:gd name="T16" fmla="*/ 0 w 367"/>
              <a:gd name="T17" fmla="*/ 100 h 106"/>
              <a:gd name="T18" fmla="*/ 0 w 367"/>
              <a:gd name="T19" fmla="*/ 106 h 106"/>
              <a:gd name="T20" fmla="*/ 5 w 367"/>
              <a:gd name="T21" fmla="*/ 106 h 106"/>
              <a:gd name="T22" fmla="*/ 294 w 367"/>
              <a:gd name="T23" fmla="*/ 106 h 106"/>
              <a:gd name="T24" fmla="*/ 313 w 367"/>
              <a:gd name="T25" fmla="*/ 106 h 106"/>
              <a:gd name="T26" fmla="*/ 316 w 367"/>
              <a:gd name="T27" fmla="*/ 105 h 106"/>
              <a:gd name="T28" fmla="*/ 317 w 367"/>
              <a:gd name="T29" fmla="*/ 104 h 106"/>
              <a:gd name="T30" fmla="*/ 365 w 367"/>
              <a:gd name="T31" fmla="*/ 56 h 106"/>
              <a:gd name="T32" fmla="*/ 365 w 367"/>
              <a:gd name="T33" fmla="*/ 50 h 106"/>
              <a:gd name="connsiteX0" fmla="*/ 9946 w 9946"/>
              <a:gd name="connsiteY0" fmla="*/ 4717 h 10000"/>
              <a:gd name="connsiteX1" fmla="*/ 8638 w 9946"/>
              <a:gd name="connsiteY1" fmla="*/ 189 h 10000"/>
              <a:gd name="connsiteX2" fmla="*/ 8610 w 9946"/>
              <a:gd name="connsiteY2" fmla="*/ 94 h 10000"/>
              <a:gd name="connsiteX3" fmla="*/ 8529 w 9946"/>
              <a:gd name="connsiteY3" fmla="*/ 0 h 10000"/>
              <a:gd name="connsiteX4" fmla="*/ 8011 w 9946"/>
              <a:gd name="connsiteY4" fmla="*/ 0 h 10000"/>
              <a:gd name="connsiteX5" fmla="*/ 874 w 9946"/>
              <a:gd name="connsiteY5" fmla="*/ 70 h 10000"/>
              <a:gd name="connsiteX6" fmla="*/ 136 w 9946"/>
              <a:gd name="connsiteY6" fmla="*/ 0 h 10000"/>
              <a:gd name="connsiteX7" fmla="*/ 0 w 9946"/>
              <a:gd name="connsiteY7" fmla="*/ 0 h 10000"/>
              <a:gd name="connsiteX8" fmla="*/ 0 w 9946"/>
              <a:gd name="connsiteY8" fmla="*/ 472 h 10000"/>
              <a:gd name="connsiteX9" fmla="*/ 0 w 9946"/>
              <a:gd name="connsiteY9" fmla="*/ 9434 h 10000"/>
              <a:gd name="connsiteX10" fmla="*/ 0 w 9946"/>
              <a:gd name="connsiteY10" fmla="*/ 10000 h 10000"/>
              <a:gd name="connsiteX11" fmla="*/ 136 w 9946"/>
              <a:gd name="connsiteY11" fmla="*/ 10000 h 10000"/>
              <a:gd name="connsiteX12" fmla="*/ 8011 w 9946"/>
              <a:gd name="connsiteY12" fmla="*/ 10000 h 10000"/>
              <a:gd name="connsiteX13" fmla="*/ 8529 w 9946"/>
              <a:gd name="connsiteY13" fmla="*/ 10000 h 10000"/>
              <a:gd name="connsiteX14" fmla="*/ 8610 w 9946"/>
              <a:gd name="connsiteY14" fmla="*/ 9906 h 10000"/>
              <a:gd name="connsiteX15" fmla="*/ 8638 w 9946"/>
              <a:gd name="connsiteY15" fmla="*/ 9811 h 10000"/>
              <a:gd name="connsiteX16" fmla="*/ 9946 w 9946"/>
              <a:gd name="connsiteY16" fmla="*/ 5283 h 10000"/>
              <a:gd name="connsiteX17" fmla="*/ 9946 w 9946"/>
              <a:gd name="connsiteY17" fmla="*/ 4717 h 10000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0 w 10000"/>
              <a:gd name="connsiteY10" fmla="*/ 10000 h 10034"/>
              <a:gd name="connsiteX11" fmla="*/ 137 w 10000"/>
              <a:gd name="connsiteY11" fmla="*/ 10000 h 10034"/>
              <a:gd name="connsiteX12" fmla="*/ 903 w 10000"/>
              <a:gd name="connsiteY12" fmla="*/ 10034 h 10034"/>
              <a:gd name="connsiteX13" fmla="*/ 8054 w 10000"/>
              <a:gd name="connsiteY13" fmla="*/ 10000 h 10034"/>
              <a:gd name="connsiteX14" fmla="*/ 8575 w 10000"/>
              <a:gd name="connsiteY14" fmla="*/ 10000 h 10034"/>
              <a:gd name="connsiteX15" fmla="*/ 8657 w 10000"/>
              <a:gd name="connsiteY15" fmla="*/ 9906 h 10034"/>
              <a:gd name="connsiteX16" fmla="*/ 8685 w 10000"/>
              <a:gd name="connsiteY16" fmla="*/ 9811 h 10034"/>
              <a:gd name="connsiteX17" fmla="*/ 10000 w 10000"/>
              <a:gd name="connsiteY17" fmla="*/ 5283 h 10034"/>
              <a:gd name="connsiteX18" fmla="*/ 10000 w 10000"/>
              <a:gd name="connsiteY18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0 w 10000"/>
              <a:gd name="connsiteY10" fmla="*/ 10000 h 10034"/>
              <a:gd name="connsiteX11" fmla="*/ 903 w 10000"/>
              <a:gd name="connsiteY11" fmla="*/ 10034 h 10034"/>
              <a:gd name="connsiteX12" fmla="*/ 8054 w 10000"/>
              <a:gd name="connsiteY12" fmla="*/ 10000 h 10034"/>
              <a:gd name="connsiteX13" fmla="*/ 8575 w 10000"/>
              <a:gd name="connsiteY13" fmla="*/ 10000 h 10034"/>
              <a:gd name="connsiteX14" fmla="*/ 8657 w 10000"/>
              <a:gd name="connsiteY14" fmla="*/ 9906 h 10034"/>
              <a:gd name="connsiteX15" fmla="*/ 8685 w 10000"/>
              <a:gd name="connsiteY15" fmla="*/ 9811 h 10034"/>
              <a:gd name="connsiteX16" fmla="*/ 10000 w 10000"/>
              <a:gd name="connsiteY16" fmla="*/ 5283 h 10034"/>
              <a:gd name="connsiteX17" fmla="*/ 10000 w 10000"/>
              <a:gd name="connsiteY17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903 w 10000"/>
              <a:gd name="connsiteY10" fmla="*/ 10034 h 10034"/>
              <a:gd name="connsiteX11" fmla="*/ 8054 w 10000"/>
              <a:gd name="connsiteY11" fmla="*/ 10000 h 10034"/>
              <a:gd name="connsiteX12" fmla="*/ 8575 w 10000"/>
              <a:gd name="connsiteY12" fmla="*/ 10000 h 10034"/>
              <a:gd name="connsiteX13" fmla="*/ 8657 w 10000"/>
              <a:gd name="connsiteY13" fmla="*/ 9906 h 10034"/>
              <a:gd name="connsiteX14" fmla="*/ 8685 w 10000"/>
              <a:gd name="connsiteY14" fmla="*/ 9811 h 10034"/>
              <a:gd name="connsiteX15" fmla="*/ 10000 w 10000"/>
              <a:gd name="connsiteY15" fmla="*/ 5283 h 10034"/>
              <a:gd name="connsiteX16" fmla="*/ 10000 w 10000"/>
              <a:gd name="connsiteY16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903 w 10000"/>
              <a:gd name="connsiteY9" fmla="*/ 10034 h 10034"/>
              <a:gd name="connsiteX10" fmla="*/ 8054 w 10000"/>
              <a:gd name="connsiteY10" fmla="*/ 10000 h 10034"/>
              <a:gd name="connsiteX11" fmla="*/ 8575 w 10000"/>
              <a:gd name="connsiteY11" fmla="*/ 10000 h 10034"/>
              <a:gd name="connsiteX12" fmla="*/ 8657 w 10000"/>
              <a:gd name="connsiteY12" fmla="*/ 9906 h 10034"/>
              <a:gd name="connsiteX13" fmla="*/ 8685 w 10000"/>
              <a:gd name="connsiteY13" fmla="*/ 9811 h 10034"/>
              <a:gd name="connsiteX14" fmla="*/ 10000 w 10000"/>
              <a:gd name="connsiteY14" fmla="*/ 5283 h 10034"/>
              <a:gd name="connsiteX15" fmla="*/ 10000 w 10000"/>
              <a:gd name="connsiteY15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903 w 10000"/>
              <a:gd name="connsiteY8" fmla="*/ 10034 h 10034"/>
              <a:gd name="connsiteX9" fmla="*/ 8054 w 10000"/>
              <a:gd name="connsiteY9" fmla="*/ 10000 h 10034"/>
              <a:gd name="connsiteX10" fmla="*/ 8575 w 10000"/>
              <a:gd name="connsiteY10" fmla="*/ 10000 h 10034"/>
              <a:gd name="connsiteX11" fmla="*/ 8657 w 10000"/>
              <a:gd name="connsiteY11" fmla="*/ 9906 h 10034"/>
              <a:gd name="connsiteX12" fmla="*/ 8685 w 10000"/>
              <a:gd name="connsiteY12" fmla="*/ 9811 h 10034"/>
              <a:gd name="connsiteX13" fmla="*/ 10000 w 10000"/>
              <a:gd name="connsiteY13" fmla="*/ 5283 h 10034"/>
              <a:gd name="connsiteX14" fmla="*/ 10000 w 10000"/>
              <a:gd name="connsiteY14" fmla="*/ 4717 h 10034"/>
              <a:gd name="connsiteX0" fmla="*/ 9863 w 9863"/>
              <a:gd name="connsiteY0" fmla="*/ 4717 h 10034"/>
              <a:gd name="connsiteX1" fmla="*/ 8548 w 9863"/>
              <a:gd name="connsiteY1" fmla="*/ 189 h 10034"/>
              <a:gd name="connsiteX2" fmla="*/ 8520 w 9863"/>
              <a:gd name="connsiteY2" fmla="*/ 94 h 10034"/>
              <a:gd name="connsiteX3" fmla="*/ 8438 w 9863"/>
              <a:gd name="connsiteY3" fmla="*/ 0 h 10034"/>
              <a:gd name="connsiteX4" fmla="*/ 7917 w 9863"/>
              <a:gd name="connsiteY4" fmla="*/ 0 h 10034"/>
              <a:gd name="connsiteX5" fmla="*/ 742 w 9863"/>
              <a:gd name="connsiteY5" fmla="*/ 70 h 10034"/>
              <a:gd name="connsiteX6" fmla="*/ 0 w 9863"/>
              <a:gd name="connsiteY6" fmla="*/ 0 h 10034"/>
              <a:gd name="connsiteX7" fmla="*/ 766 w 9863"/>
              <a:gd name="connsiteY7" fmla="*/ 10034 h 10034"/>
              <a:gd name="connsiteX8" fmla="*/ 7917 w 9863"/>
              <a:gd name="connsiteY8" fmla="*/ 10000 h 10034"/>
              <a:gd name="connsiteX9" fmla="*/ 8438 w 9863"/>
              <a:gd name="connsiteY9" fmla="*/ 10000 h 10034"/>
              <a:gd name="connsiteX10" fmla="*/ 8520 w 9863"/>
              <a:gd name="connsiteY10" fmla="*/ 9906 h 10034"/>
              <a:gd name="connsiteX11" fmla="*/ 8548 w 9863"/>
              <a:gd name="connsiteY11" fmla="*/ 9811 h 10034"/>
              <a:gd name="connsiteX12" fmla="*/ 9863 w 9863"/>
              <a:gd name="connsiteY12" fmla="*/ 5283 h 10034"/>
              <a:gd name="connsiteX13" fmla="*/ 9863 w 9863"/>
              <a:gd name="connsiteY13" fmla="*/ 4717 h 10034"/>
              <a:gd name="connsiteX0" fmla="*/ 9248 w 9248"/>
              <a:gd name="connsiteY0" fmla="*/ 4701 h 10000"/>
              <a:gd name="connsiteX1" fmla="*/ 7915 w 9248"/>
              <a:gd name="connsiteY1" fmla="*/ 188 h 10000"/>
              <a:gd name="connsiteX2" fmla="*/ 7886 w 9248"/>
              <a:gd name="connsiteY2" fmla="*/ 94 h 10000"/>
              <a:gd name="connsiteX3" fmla="*/ 7803 w 9248"/>
              <a:gd name="connsiteY3" fmla="*/ 0 h 10000"/>
              <a:gd name="connsiteX4" fmla="*/ 7275 w 9248"/>
              <a:gd name="connsiteY4" fmla="*/ 0 h 10000"/>
              <a:gd name="connsiteX5" fmla="*/ 0 w 9248"/>
              <a:gd name="connsiteY5" fmla="*/ 70 h 10000"/>
              <a:gd name="connsiteX6" fmla="*/ 25 w 9248"/>
              <a:gd name="connsiteY6" fmla="*/ 10000 h 10000"/>
              <a:gd name="connsiteX7" fmla="*/ 7275 w 9248"/>
              <a:gd name="connsiteY7" fmla="*/ 9966 h 10000"/>
              <a:gd name="connsiteX8" fmla="*/ 7803 w 9248"/>
              <a:gd name="connsiteY8" fmla="*/ 9966 h 10000"/>
              <a:gd name="connsiteX9" fmla="*/ 7886 w 9248"/>
              <a:gd name="connsiteY9" fmla="*/ 9872 h 10000"/>
              <a:gd name="connsiteX10" fmla="*/ 7915 w 9248"/>
              <a:gd name="connsiteY10" fmla="*/ 9778 h 10000"/>
              <a:gd name="connsiteX11" fmla="*/ 9248 w 9248"/>
              <a:gd name="connsiteY11" fmla="*/ 5265 h 10000"/>
              <a:gd name="connsiteX12" fmla="*/ 9248 w 9248"/>
              <a:gd name="connsiteY12" fmla="*/ 4701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51435" tIns="25717" rIns="51435" bIns="25717" numCol="1" anchor="t" anchorCtr="0" compatLnSpc="1">
            <a:prstTxWarp prst="textNoShape">
              <a:avLst/>
            </a:prstTxWarp>
          </a:bodyPr>
          <a:lstStyle/>
          <a:p>
            <a:endParaRPr lang="en-US" sz="803"/>
          </a:p>
        </p:txBody>
      </p:sp>
      <p:sp>
        <p:nvSpPr>
          <p:cNvPr id="8" name="Freeform 11"/>
          <p:cNvSpPr>
            <a:spLocks/>
          </p:cNvSpPr>
          <p:nvPr/>
        </p:nvSpPr>
        <p:spPr bwMode="auto">
          <a:xfrm flipV="1">
            <a:off x="8256678" y="5370097"/>
            <a:ext cx="475371" cy="302396"/>
          </a:xfrm>
          <a:custGeom>
            <a:avLst/>
            <a:gdLst>
              <a:gd name="T0" fmla="*/ 365 w 367"/>
              <a:gd name="T1" fmla="*/ 50 h 106"/>
              <a:gd name="T2" fmla="*/ 317 w 367"/>
              <a:gd name="T3" fmla="*/ 2 h 106"/>
              <a:gd name="T4" fmla="*/ 316 w 367"/>
              <a:gd name="T5" fmla="*/ 1 h 106"/>
              <a:gd name="T6" fmla="*/ 313 w 367"/>
              <a:gd name="T7" fmla="*/ 0 h 106"/>
              <a:gd name="T8" fmla="*/ 294 w 367"/>
              <a:gd name="T9" fmla="*/ 0 h 106"/>
              <a:gd name="T10" fmla="*/ 5 w 367"/>
              <a:gd name="T11" fmla="*/ 0 h 106"/>
              <a:gd name="T12" fmla="*/ 0 w 367"/>
              <a:gd name="T13" fmla="*/ 0 h 106"/>
              <a:gd name="T14" fmla="*/ 0 w 367"/>
              <a:gd name="T15" fmla="*/ 5 h 106"/>
              <a:gd name="T16" fmla="*/ 0 w 367"/>
              <a:gd name="T17" fmla="*/ 100 h 106"/>
              <a:gd name="T18" fmla="*/ 0 w 367"/>
              <a:gd name="T19" fmla="*/ 106 h 106"/>
              <a:gd name="T20" fmla="*/ 5 w 367"/>
              <a:gd name="T21" fmla="*/ 106 h 106"/>
              <a:gd name="T22" fmla="*/ 294 w 367"/>
              <a:gd name="T23" fmla="*/ 106 h 106"/>
              <a:gd name="T24" fmla="*/ 313 w 367"/>
              <a:gd name="T25" fmla="*/ 106 h 106"/>
              <a:gd name="T26" fmla="*/ 316 w 367"/>
              <a:gd name="T27" fmla="*/ 105 h 106"/>
              <a:gd name="T28" fmla="*/ 317 w 367"/>
              <a:gd name="T29" fmla="*/ 104 h 106"/>
              <a:gd name="T30" fmla="*/ 365 w 367"/>
              <a:gd name="T31" fmla="*/ 56 h 106"/>
              <a:gd name="T32" fmla="*/ 365 w 367"/>
              <a:gd name="T33" fmla="*/ 50 h 106"/>
              <a:gd name="connsiteX0" fmla="*/ 9946 w 9946"/>
              <a:gd name="connsiteY0" fmla="*/ 4717 h 10000"/>
              <a:gd name="connsiteX1" fmla="*/ 8638 w 9946"/>
              <a:gd name="connsiteY1" fmla="*/ 189 h 10000"/>
              <a:gd name="connsiteX2" fmla="*/ 8610 w 9946"/>
              <a:gd name="connsiteY2" fmla="*/ 94 h 10000"/>
              <a:gd name="connsiteX3" fmla="*/ 8529 w 9946"/>
              <a:gd name="connsiteY3" fmla="*/ 0 h 10000"/>
              <a:gd name="connsiteX4" fmla="*/ 8011 w 9946"/>
              <a:gd name="connsiteY4" fmla="*/ 0 h 10000"/>
              <a:gd name="connsiteX5" fmla="*/ 874 w 9946"/>
              <a:gd name="connsiteY5" fmla="*/ 70 h 10000"/>
              <a:gd name="connsiteX6" fmla="*/ 136 w 9946"/>
              <a:gd name="connsiteY6" fmla="*/ 0 h 10000"/>
              <a:gd name="connsiteX7" fmla="*/ 0 w 9946"/>
              <a:gd name="connsiteY7" fmla="*/ 0 h 10000"/>
              <a:gd name="connsiteX8" fmla="*/ 0 w 9946"/>
              <a:gd name="connsiteY8" fmla="*/ 472 h 10000"/>
              <a:gd name="connsiteX9" fmla="*/ 0 w 9946"/>
              <a:gd name="connsiteY9" fmla="*/ 9434 h 10000"/>
              <a:gd name="connsiteX10" fmla="*/ 0 w 9946"/>
              <a:gd name="connsiteY10" fmla="*/ 10000 h 10000"/>
              <a:gd name="connsiteX11" fmla="*/ 136 w 9946"/>
              <a:gd name="connsiteY11" fmla="*/ 10000 h 10000"/>
              <a:gd name="connsiteX12" fmla="*/ 8011 w 9946"/>
              <a:gd name="connsiteY12" fmla="*/ 10000 h 10000"/>
              <a:gd name="connsiteX13" fmla="*/ 8529 w 9946"/>
              <a:gd name="connsiteY13" fmla="*/ 10000 h 10000"/>
              <a:gd name="connsiteX14" fmla="*/ 8610 w 9946"/>
              <a:gd name="connsiteY14" fmla="*/ 9906 h 10000"/>
              <a:gd name="connsiteX15" fmla="*/ 8638 w 9946"/>
              <a:gd name="connsiteY15" fmla="*/ 9811 h 10000"/>
              <a:gd name="connsiteX16" fmla="*/ 9946 w 9946"/>
              <a:gd name="connsiteY16" fmla="*/ 5283 h 10000"/>
              <a:gd name="connsiteX17" fmla="*/ 9946 w 9946"/>
              <a:gd name="connsiteY17" fmla="*/ 4717 h 10000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0 w 10000"/>
              <a:gd name="connsiteY10" fmla="*/ 10000 h 10034"/>
              <a:gd name="connsiteX11" fmla="*/ 137 w 10000"/>
              <a:gd name="connsiteY11" fmla="*/ 10000 h 10034"/>
              <a:gd name="connsiteX12" fmla="*/ 903 w 10000"/>
              <a:gd name="connsiteY12" fmla="*/ 10034 h 10034"/>
              <a:gd name="connsiteX13" fmla="*/ 8054 w 10000"/>
              <a:gd name="connsiteY13" fmla="*/ 10000 h 10034"/>
              <a:gd name="connsiteX14" fmla="*/ 8575 w 10000"/>
              <a:gd name="connsiteY14" fmla="*/ 10000 h 10034"/>
              <a:gd name="connsiteX15" fmla="*/ 8657 w 10000"/>
              <a:gd name="connsiteY15" fmla="*/ 9906 h 10034"/>
              <a:gd name="connsiteX16" fmla="*/ 8685 w 10000"/>
              <a:gd name="connsiteY16" fmla="*/ 9811 h 10034"/>
              <a:gd name="connsiteX17" fmla="*/ 10000 w 10000"/>
              <a:gd name="connsiteY17" fmla="*/ 5283 h 10034"/>
              <a:gd name="connsiteX18" fmla="*/ 10000 w 10000"/>
              <a:gd name="connsiteY18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0 w 10000"/>
              <a:gd name="connsiteY10" fmla="*/ 10000 h 10034"/>
              <a:gd name="connsiteX11" fmla="*/ 903 w 10000"/>
              <a:gd name="connsiteY11" fmla="*/ 10034 h 10034"/>
              <a:gd name="connsiteX12" fmla="*/ 8054 w 10000"/>
              <a:gd name="connsiteY12" fmla="*/ 10000 h 10034"/>
              <a:gd name="connsiteX13" fmla="*/ 8575 w 10000"/>
              <a:gd name="connsiteY13" fmla="*/ 10000 h 10034"/>
              <a:gd name="connsiteX14" fmla="*/ 8657 w 10000"/>
              <a:gd name="connsiteY14" fmla="*/ 9906 h 10034"/>
              <a:gd name="connsiteX15" fmla="*/ 8685 w 10000"/>
              <a:gd name="connsiteY15" fmla="*/ 9811 h 10034"/>
              <a:gd name="connsiteX16" fmla="*/ 10000 w 10000"/>
              <a:gd name="connsiteY16" fmla="*/ 5283 h 10034"/>
              <a:gd name="connsiteX17" fmla="*/ 10000 w 10000"/>
              <a:gd name="connsiteY17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0 w 10000"/>
              <a:gd name="connsiteY9" fmla="*/ 9434 h 10034"/>
              <a:gd name="connsiteX10" fmla="*/ 903 w 10000"/>
              <a:gd name="connsiteY10" fmla="*/ 10034 h 10034"/>
              <a:gd name="connsiteX11" fmla="*/ 8054 w 10000"/>
              <a:gd name="connsiteY11" fmla="*/ 10000 h 10034"/>
              <a:gd name="connsiteX12" fmla="*/ 8575 w 10000"/>
              <a:gd name="connsiteY12" fmla="*/ 10000 h 10034"/>
              <a:gd name="connsiteX13" fmla="*/ 8657 w 10000"/>
              <a:gd name="connsiteY13" fmla="*/ 9906 h 10034"/>
              <a:gd name="connsiteX14" fmla="*/ 8685 w 10000"/>
              <a:gd name="connsiteY14" fmla="*/ 9811 h 10034"/>
              <a:gd name="connsiteX15" fmla="*/ 10000 w 10000"/>
              <a:gd name="connsiteY15" fmla="*/ 5283 h 10034"/>
              <a:gd name="connsiteX16" fmla="*/ 10000 w 10000"/>
              <a:gd name="connsiteY16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0 w 10000"/>
              <a:gd name="connsiteY8" fmla="*/ 472 h 10034"/>
              <a:gd name="connsiteX9" fmla="*/ 903 w 10000"/>
              <a:gd name="connsiteY9" fmla="*/ 10034 h 10034"/>
              <a:gd name="connsiteX10" fmla="*/ 8054 w 10000"/>
              <a:gd name="connsiteY10" fmla="*/ 10000 h 10034"/>
              <a:gd name="connsiteX11" fmla="*/ 8575 w 10000"/>
              <a:gd name="connsiteY11" fmla="*/ 10000 h 10034"/>
              <a:gd name="connsiteX12" fmla="*/ 8657 w 10000"/>
              <a:gd name="connsiteY12" fmla="*/ 9906 h 10034"/>
              <a:gd name="connsiteX13" fmla="*/ 8685 w 10000"/>
              <a:gd name="connsiteY13" fmla="*/ 9811 h 10034"/>
              <a:gd name="connsiteX14" fmla="*/ 10000 w 10000"/>
              <a:gd name="connsiteY14" fmla="*/ 5283 h 10034"/>
              <a:gd name="connsiteX15" fmla="*/ 10000 w 10000"/>
              <a:gd name="connsiteY15" fmla="*/ 4717 h 10034"/>
              <a:gd name="connsiteX0" fmla="*/ 10000 w 10000"/>
              <a:gd name="connsiteY0" fmla="*/ 4717 h 10034"/>
              <a:gd name="connsiteX1" fmla="*/ 8685 w 10000"/>
              <a:gd name="connsiteY1" fmla="*/ 189 h 10034"/>
              <a:gd name="connsiteX2" fmla="*/ 8657 w 10000"/>
              <a:gd name="connsiteY2" fmla="*/ 94 h 10034"/>
              <a:gd name="connsiteX3" fmla="*/ 8575 w 10000"/>
              <a:gd name="connsiteY3" fmla="*/ 0 h 10034"/>
              <a:gd name="connsiteX4" fmla="*/ 8054 w 10000"/>
              <a:gd name="connsiteY4" fmla="*/ 0 h 10034"/>
              <a:gd name="connsiteX5" fmla="*/ 879 w 10000"/>
              <a:gd name="connsiteY5" fmla="*/ 70 h 10034"/>
              <a:gd name="connsiteX6" fmla="*/ 137 w 10000"/>
              <a:gd name="connsiteY6" fmla="*/ 0 h 10034"/>
              <a:gd name="connsiteX7" fmla="*/ 0 w 10000"/>
              <a:gd name="connsiteY7" fmla="*/ 0 h 10034"/>
              <a:gd name="connsiteX8" fmla="*/ 903 w 10000"/>
              <a:gd name="connsiteY8" fmla="*/ 10034 h 10034"/>
              <a:gd name="connsiteX9" fmla="*/ 8054 w 10000"/>
              <a:gd name="connsiteY9" fmla="*/ 10000 h 10034"/>
              <a:gd name="connsiteX10" fmla="*/ 8575 w 10000"/>
              <a:gd name="connsiteY10" fmla="*/ 10000 h 10034"/>
              <a:gd name="connsiteX11" fmla="*/ 8657 w 10000"/>
              <a:gd name="connsiteY11" fmla="*/ 9906 h 10034"/>
              <a:gd name="connsiteX12" fmla="*/ 8685 w 10000"/>
              <a:gd name="connsiteY12" fmla="*/ 9811 h 10034"/>
              <a:gd name="connsiteX13" fmla="*/ 10000 w 10000"/>
              <a:gd name="connsiteY13" fmla="*/ 5283 h 10034"/>
              <a:gd name="connsiteX14" fmla="*/ 10000 w 10000"/>
              <a:gd name="connsiteY14" fmla="*/ 4717 h 10034"/>
              <a:gd name="connsiteX0" fmla="*/ 9863 w 9863"/>
              <a:gd name="connsiteY0" fmla="*/ 4717 h 10034"/>
              <a:gd name="connsiteX1" fmla="*/ 8548 w 9863"/>
              <a:gd name="connsiteY1" fmla="*/ 189 h 10034"/>
              <a:gd name="connsiteX2" fmla="*/ 8520 w 9863"/>
              <a:gd name="connsiteY2" fmla="*/ 94 h 10034"/>
              <a:gd name="connsiteX3" fmla="*/ 8438 w 9863"/>
              <a:gd name="connsiteY3" fmla="*/ 0 h 10034"/>
              <a:gd name="connsiteX4" fmla="*/ 7917 w 9863"/>
              <a:gd name="connsiteY4" fmla="*/ 0 h 10034"/>
              <a:gd name="connsiteX5" fmla="*/ 742 w 9863"/>
              <a:gd name="connsiteY5" fmla="*/ 70 h 10034"/>
              <a:gd name="connsiteX6" fmla="*/ 0 w 9863"/>
              <a:gd name="connsiteY6" fmla="*/ 0 h 10034"/>
              <a:gd name="connsiteX7" fmla="*/ 766 w 9863"/>
              <a:gd name="connsiteY7" fmla="*/ 10034 h 10034"/>
              <a:gd name="connsiteX8" fmla="*/ 7917 w 9863"/>
              <a:gd name="connsiteY8" fmla="*/ 10000 h 10034"/>
              <a:gd name="connsiteX9" fmla="*/ 8438 w 9863"/>
              <a:gd name="connsiteY9" fmla="*/ 10000 h 10034"/>
              <a:gd name="connsiteX10" fmla="*/ 8520 w 9863"/>
              <a:gd name="connsiteY10" fmla="*/ 9906 h 10034"/>
              <a:gd name="connsiteX11" fmla="*/ 8548 w 9863"/>
              <a:gd name="connsiteY11" fmla="*/ 9811 h 10034"/>
              <a:gd name="connsiteX12" fmla="*/ 9863 w 9863"/>
              <a:gd name="connsiteY12" fmla="*/ 5283 h 10034"/>
              <a:gd name="connsiteX13" fmla="*/ 9863 w 9863"/>
              <a:gd name="connsiteY13" fmla="*/ 4717 h 10034"/>
              <a:gd name="connsiteX0" fmla="*/ 9248 w 9248"/>
              <a:gd name="connsiteY0" fmla="*/ 4701 h 10000"/>
              <a:gd name="connsiteX1" fmla="*/ 7915 w 9248"/>
              <a:gd name="connsiteY1" fmla="*/ 188 h 10000"/>
              <a:gd name="connsiteX2" fmla="*/ 7886 w 9248"/>
              <a:gd name="connsiteY2" fmla="*/ 94 h 10000"/>
              <a:gd name="connsiteX3" fmla="*/ 7803 w 9248"/>
              <a:gd name="connsiteY3" fmla="*/ 0 h 10000"/>
              <a:gd name="connsiteX4" fmla="*/ 7275 w 9248"/>
              <a:gd name="connsiteY4" fmla="*/ 0 h 10000"/>
              <a:gd name="connsiteX5" fmla="*/ 0 w 9248"/>
              <a:gd name="connsiteY5" fmla="*/ 70 h 10000"/>
              <a:gd name="connsiteX6" fmla="*/ 25 w 9248"/>
              <a:gd name="connsiteY6" fmla="*/ 10000 h 10000"/>
              <a:gd name="connsiteX7" fmla="*/ 7275 w 9248"/>
              <a:gd name="connsiteY7" fmla="*/ 9966 h 10000"/>
              <a:gd name="connsiteX8" fmla="*/ 7803 w 9248"/>
              <a:gd name="connsiteY8" fmla="*/ 9966 h 10000"/>
              <a:gd name="connsiteX9" fmla="*/ 7886 w 9248"/>
              <a:gd name="connsiteY9" fmla="*/ 9872 h 10000"/>
              <a:gd name="connsiteX10" fmla="*/ 7915 w 9248"/>
              <a:gd name="connsiteY10" fmla="*/ 9778 h 10000"/>
              <a:gd name="connsiteX11" fmla="*/ 9248 w 9248"/>
              <a:gd name="connsiteY11" fmla="*/ 5265 h 10000"/>
              <a:gd name="connsiteX12" fmla="*/ 9248 w 9248"/>
              <a:gd name="connsiteY12" fmla="*/ 4701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35662" tIns="17831" rIns="35662" bIns="17831" numCol="1" anchor="t" anchorCtr="0" compatLnSpc="1">
            <a:prstTxWarp prst="textNoShape">
              <a:avLst/>
            </a:prstTxWarp>
          </a:bodyPr>
          <a:lstStyle/>
          <a:p>
            <a:endParaRPr lang="en-US" sz="703"/>
          </a:p>
        </p:txBody>
      </p:sp>
    </p:spTree>
    <p:extLst>
      <p:ext uri="{BB962C8B-B14F-4D97-AF65-F5344CB8AC3E}">
        <p14:creationId xmlns:p14="http://schemas.microsoft.com/office/powerpoint/2010/main" val="2772887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</p:sldLayoutIdLst>
  <p:timing>
    <p:tnLst>
      <p:par>
        <p:cTn id="1" dur="indefinite" restart="never" nodeType="tmRoot"/>
      </p:par>
    </p:tnLst>
  </p:timing>
  <p:hf hdr="0" dt="0"/>
  <p:txStyles>
    <p:titleStyle>
      <a:lvl1pPr algn="ctr" defTabSz="257175" rtl="0" eaLnBrk="1" latinLnBrk="0" hangingPunct="1">
        <a:spcBef>
          <a:spcPct val="0"/>
        </a:spcBef>
        <a:buNone/>
        <a:defRPr sz="2250" kern="1200">
          <a:solidFill>
            <a:schemeClr val="accent5">
              <a:lumMod val="75000"/>
            </a:schemeClr>
          </a:solidFill>
          <a:latin typeface="Myriad Pro"/>
          <a:ea typeface="+mj-ea"/>
          <a:cs typeface="Myriad Pro"/>
        </a:defRPr>
      </a:lvl1pPr>
    </p:titleStyle>
    <p:bodyStyle>
      <a:lvl1pPr marL="192881" indent="-192881" algn="l" defTabSz="257175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Myriad Pro"/>
          <a:ea typeface="+mn-ea"/>
          <a:cs typeface="Myriad Pro"/>
        </a:defRPr>
      </a:lvl1pPr>
      <a:lvl2pPr marL="417909" indent="-160735" algn="l" defTabSz="257175" rtl="0" eaLnBrk="1" latinLnBrk="0" hangingPunct="1">
        <a:spcBef>
          <a:spcPct val="20000"/>
        </a:spcBef>
        <a:buFont typeface="Arial"/>
        <a:buChar char="–"/>
        <a:defRPr sz="1575" kern="1200">
          <a:solidFill>
            <a:schemeClr val="tx1"/>
          </a:solidFill>
          <a:latin typeface="Myriad Pro"/>
          <a:ea typeface="+mn-ea"/>
          <a:cs typeface="Myriad Pro"/>
        </a:defRPr>
      </a:lvl2pPr>
      <a:lvl3pPr marL="642936" indent="-128587" algn="l" defTabSz="257175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Myriad Pro"/>
          <a:ea typeface="+mn-ea"/>
          <a:cs typeface="Myriad Pro"/>
        </a:defRPr>
      </a:lvl3pPr>
      <a:lvl4pPr marL="900111" indent="-128587" algn="l" defTabSz="257175" rtl="0" eaLnBrk="1" latinLnBrk="0" hangingPunct="1">
        <a:spcBef>
          <a:spcPct val="20000"/>
        </a:spcBef>
        <a:buFont typeface="Arial"/>
        <a:buChar char="–"/>
        <a:defRPr sz="1125" kern="1200">
          <a:solidFill>
            <a:schemeClr val="tx1"/>
          </a:solidFill>
          <a:latin typeface="Myriad Pro"/>
          <a:ea typeface="+mn-ea"/>
          <a:cs typeface="Myriad Pro"/>
        </a:defRPr>
      </a:lvl4pPr>
      <a:lvl5pPr marL="1157285" indent="-128587" algn="l" defTabSz="257175" rtl="0" eaLnBrk="1" latinLnBrk="0" hangingPunct="1">
        <a:spcBef>
          <a:spcPct val="20000"/>
        </a:spcBef>
        <a:buFont typeface="Arial"/>
        <a:buChar char="»"/>
        <a:defRPr sz="1125" kern="1200">
          <a:solidFill>
            <a:schemeClr val="tx1"/>
          </a:solidFill>
          <a:latin typeface="Myriad Pro"/>
          <a:ea typeface="+mn-ea"/>
          <a:cs typeface="Myriad Pro"/>
        </a:defRPr>
      </a:lvl5pPr>
      <a:lvl6pPr marL="1414460" indent="-128587" algn="l" defTabSz="257175" rtl="0" eaLnBrk="1" latinLnBrk="0" hangingPunct="1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5" indent="-128587" algn="l" defTabSz="257175" rtl="0" eaLnBrk="1" latinLnBrk="0" hangingPunct="1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0" indent="-128587" algn="l" defTabSz="257175" rtl="0" eaLnBrk="1" latinLnBrk="0" hangingPunct="1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4" indent="-128587" algn="l" defTabSz="257175" rtl="0" eaLnBrk="1" latinLnBrk="0" hangingPunct="1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49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4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698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3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48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3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397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3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4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5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6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7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8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3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4.wmf"/><Relationship Id="rId4" Type="http://schemas.openxmlformats.org/officeDocument/2006/relationships/oleObject" Target="../embeddings/oleObject10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11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16.w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18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e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spcBef>
                <a:spcPts val="900"/>
              </a:spcBef>
            </a:pPr>
            <a:r>
              <a:rPr lang="en-US" sz="30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 Oriented Analysis and Design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AU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Communication Diagram</a:t>
            </a:r>
            <a:endParaRPr lang="en-US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r"/>
            <a:endParaRPr lang="en-US" sz="2400" dirty="0" smtClean="0">
              <a:solidFill>
                <a:srgbClr val="FF0000"/>
              </a:solidFill>
            </a:endParaRPr>
          </a:p>
          <a:p>
            <a:pPr algn="r"/>
            <a:endParaRPr 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7479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3"/>
          <p:cNvSpPr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/>
          <a:lstStyle/>
          <a:p>
            <a:fld id="{16845AD9-D1F4-4EC2-844C-79E58D9B0E6B}" type="slidenum">
              <a:rPr lang="en-US" sz="1050"/>
              <a:pPr/>
              <a:t>2</a:t>
            </a:fld>
            <a:endParaRPr lang="en-US" sz="1050" dirty="0"/>
          </a:p>
        </p:txBody>
      </p:sp>
      <p:graphicFrame>
        <p:nvGraphicFramePr>
          <p:cNvPr id="6" name="Object 5"/>
          <p:cNvGraphicFramePr>
            <a:graphicFrameLocks noGrp="1" noChangeAspect="1"/>
          </p:cNvGraphicFramePr>
          <p:nvPr>
            <p:extLst/>
          </p:nvPr>
        </p:nvGraphicFramePr>
        <p:xfrm>
          <a:off x="674383" y="1709874"/>
          <a:ext cx="3960440" cy="15869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24" name="Visio" r:id="rId4" imgW="3834182" imgH="1728700" progId="Visio.Drawing.11">
                  <p:embed/>
                </p:oleObj>
              </mc:Choice>
              <mc:Fallback>
                <p:oleObj name="Visio" r:id="rId4" imgW="3834182" imgH="1728700" progId="Visio.Drawing.11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383" y="1709874"/>
                        <a:ext cx="3960440" cy="15869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/>
        </p:nvSpPr>
        <p:spPr>
          <a:xfrm>
            <a:off x="5562861" y="1735002"/>
            <a:ext cx="3286160" cy="212365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/>
            <a:r>
              <a:rPr lang="vi-VN" sz="1200" dirty="0">
                <a:solidFill>
                  <a:srgbClr val="0000FF"/>
                </a:solidFill>
                <a:latin typeface="Consolas"/>
              </a:rPr>
              <a:t>public</a:t>
            </a:r>
            <a:r>
              <a:rPr lang="vi-VN" sz="1200" dirty="0">
                <a:solidFill>
                  <a:prstClr val="black"/>
                </a:solidFill>
                <a:latin typeface="Consolas"/>
              </a:rPr>
              <a:t> </a:t>
            </a:r>
            <a:r>
              <a:rPr lang="vi-VN" sz="1200" dirty="0">
                <a:solidFill>
                  <a:srgbClr val="0000FF"/>
                </a:solidFill>
                <a:latin typeface="Consolas"/>
              </a:rPr>
              <a:t>class</a:t>
            </a:r>
            <a:r>
              <a:rPr lang="vi-VN" sz="1200" dirty="0">
                <a:solidFill>
                  <a:prstClr val="black"/>
                </a:solidFill>
                <a:latin typeface="Consolas"/>
              </a:rPr>
              <a:t> </a:t>
            </a:r>
            <a:r>
              <a:rPr lang="vi-VN" sz="1200" dirty="0">
                <a:solidFill>
                  <a:srgbClr val="2B91AF"/>
                </a:solidFill>
                <a:latin typeface="Consolas"/>
              </a:rPr>
              <a:t>A</a:t>
            </a:r>
            <a:endParaRPr lang="vi-VN" sz="1200" dirty="0">
              <a:solidFill>
                <a:prstClr val="black"/>
              </a:solidFill>
              <a:latin typeface="Consolas"/>
            </a:endParaRPr>
          </a:p>
          <a:p>
            <a:r>
              <a:rPr lang="vi-VN" sz="1200" dirty="0">
                <a:solidFill>
                  <a:prstClr val="black"/>
                </a:solidFill>
                <a:latin typeface="Consolas"/>
              </a:rPr>
              <a:t>    {</a:t>
            </a:r>
          </a:p>
          <a:p>
            <a:r>
              <a:rPr lang="en-US" sz="1200" dirty="0">
                <a:solidFill>
                  <a:prstClr val="black"/>
                </a:solidFill>
                <a:latin typeface="Consolas"/>
              </a:rPr>
              <a:t>        </a:t>
            </a:r>
            <a:r>
              <a:rPr lang="en-US" sz="1200" dirty="0">
                <a:solidFill>
                  <a:srgbClr val="0000FF"/>
                </a:solidFill>
                <a:latin typeface="Consolas"/>
              </a:rPr>
              <a:t>private</a:t>
            </a:r>
            <a:r>
              <a:rPr lang="en-US" sz="1200" dirty="0">
                <a:solidFill>
                  <a:prstClr val="black"/>
                </a:solidFill>
                <a:latin typeface="Consolas"/>
              </a:rPr>
              <a:t> B </a:t>
            </a:r>
            <a:r>
              <a:rPr lang="en-US" sz="1200" dirty="0" err="1">
                <a:solidFill>
                  <a:prstClr val="black"/>
                </a:solidFill>
                <a:latin typeface="Consolas"/>
              </a:rPr>
              <a:t>myB</a:t>
            </a:r>
            <a:r>
              <a:rPr lang="en-US" sz="1200" dirty="0">
                <a:solidFill>
                  <a:prstClr val="black"/>
                </a:solidFill>
                <a:latin typeface="Consolas"/>
              </a:rPr>
              <a:t> = </a:t>
            </a:r>
            <a:r>
              <a:rPr lang="en-US" sz="1200" dirty="0">
                <a:solidFill>
                  <a:srgbClr val="0000FF"/>
                </a:solidFill>
                <a:latin typeface="Consolas"/>
              </a:rPr>
              <a:t>new</a:t>
            </a:r>
            <a:r>
              <a:rPr lang="en-US" sz="1200" dirty="0">
                <a:solidFill>
                  <a:prstClr val="black"/>
                </a:solidFill>
                <a:latin typeface="Consolas"/>
              </a:rPr>
              <a:t> B();</a:t>
            </a:r>
          </a:p>
          <a:p>
            <a:endParaRPr lang="vi-VN" sz="1200" dirty="0">
              <a:solidFill>
                <a:prstClr val="black"/>
              </a:solidFill>
              <a:latin typeface="Consolas"/>
            </a:endParaRPr>
          </a:p>
          <a:p>
            <a:r>
              <a:rPr lang="vi-VN" sz="1200" dirty="0">
                <a:solidFill>
                  <a:prstClr val="black"/>
                </a:solidFill>
                <a:latin typeface="Consolas"/>
              </a:rPr>
              <a:t>        </a:t>
            </a:r>
            <a:r>
              <a:rPr lang="vi-VN" sz="1200" dirty="0">
                <a:solidFill>
                  <a:srgbClr val="0000FF"/>
                </a:solidFill>
                <a:latin typeface="Consolas"/>
              </a:rPr>
              <a:t>public</a:t>
            </a:r>
            <a:r>
              <a:rPr lang="vi-VN" sz="1200" dirty="0">
                <a:solidFill>
                  <a:prstClr val="black"/>
                </a:solidFill>
                <a:latin typeface="Consolas"/>
              </a:rPr>
              <a:t> </a:t>
            </a:r>
            <a:r>
              <a:rPr lang="vi-VN" sz="12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vi-VN" sz="1200" dirty="0">
                <a:solidFill>
                  <a:prstClr val="black"/>
                </a:solidFill>
                <a:latin typeface="Consolas"/>
              </a:rPr>
              <a:t> doOne()</a:t>
            </a:r>
          </a:p>
          <a:p>
            <a:r>
              <a:rPr lang="vi-VN" sz="1200" dirty="0">
                <a:solidFill>
                  <a:prstClr val="black"/>
                </a:solidFill>
                <a:latin typeface="Consolas"/>
              </a:rPr>
              <a:t>        {</a:t>
            </a:r>
          </a:p>
          <a:p>
            <a:r>
              <a:rPr lang="vi-VN" sz="1200" dirty="0">
                <a:solidFill>
                  <a:prstClr val="black"/>
                </a:solidFill>
                <a:latin typeface="Consolas"/>
              </a:rPr>
              <a:t>            myB.doTwo();</a:t>
            </a:r>
          </a:p>
          <a:p>
            <a:r>
              <a:rPr lang="vi-VN" sz="1200" dirty="0">
                <a:solidFill>
                  <a:prstClr val="black"/>
                </a:solidFill>
                <a:latin typeface="Consolas"/>
              </a:rPr>
              <a:t>            myB.doThree();</a:t>
            </a:r>
          </a:p>
          <a:p>
            <a:r>
              <a:rPr lang="vi-VN" sz="1200" dirty="0">
                <a:solidFill>
                  <a:prstClr val="black"/>
                </a:solidFill>
                <a:latin typeface="Consolas"/>
              </a:rPr>
              <a:t>        }</a:t>
            </a:r>
          </a:p>
          <a:p>
            <a:r>
              <a:rPr lang="vi-VN" sz="1200" dirty="0">
                <a:solidFill>
                  <a:prstClr val="black"/>
                </a:solidFill>
                <a:latin typeface="Consolas"/>
              </a:rPr>
              <a:t>        </a:t>
            </a:r>
            <a:r>
              <a:rPr lang="vi-VN" sz="1200" dirty="0">
                <a:solidFill>
                  <a:srgbClr val="008000"/>
                </a:solidFill>
                <a:latin typeface="Consolas"/>
              </a:rPr>
              <a:t>// …</a:t>
            </a:r>
            <a:endParaRPr lang="vi-VN" sz="1200" dirty="0">
              <a:solidFill>
                <a:prstClr val="black"/>
              </a:solidFill>
              <a:latin typeface="Consolas"/>
            </a:endParaRPr>
          </a:p>
          <a:p>
            <a:r>
              <a:rPr lang="vi-VN" sz="1200" dirty="0">
                <a:solidFill>
                  <a:prstClr val="black"/>
                </a:solidFill>
                <a:latin typeface="Consolas"/>
              </a:rPr>
              <a:t>    }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graphicFrame>
        <p:nvGraphicFramePr>
          <p:cNvPr id="2" name="Object 1"/>
          <p:cNvGraphicFramePr>
            <a:graphicFrameLocks noGrp="1" noChangeAspect="1"/>
          </p:cNvGraphicFramePr>
          <p:nvPr>
            <p:extLst/>
          </p:nvPr>
        </p:nvGraphicFramePr>
        <p:xfrm>
          <a:off x="1302967" y="3845685"/>
          <a:ext cx="5278502" cy="15872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25" name="Visio" r:id="rId6" imgW="3678970" imgH="1474512" progId="Visio.Drawing.11">
                  <p:embed/>
                </p:oleObj>
              </mc:Choice>
              <mc:Fallback>
                <p:oleObj name="Visio" r:id="rId6" imgW="3678970" imgH="1474512" progId="Visio.Drawing.11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2967" y="3845685"/>
                        <a:ext cx="5278502" cy="15872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84922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AU" dirty="0"/>
              <a:t>Sequence vs. </a:t>
            </a:r>
            <a:r>
              <a:rPr lang="en-AU" dirty="0" smtClean="0"/>
              <a:t>Communication </a:t>
            </a:r>
            <a:r>
              <a:rPr lang="en-AU" dirty="0"/>
              <a:t>diagram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8014247"/>
              </p:ext>
            </p:extLst>
          </p:nvPr>
        </p:nvGraphicFramePr>
        <p:xfrm>
          <a:off x="457200" y="1281113"/>
          <a:ext cx="8230829" cy="3057314"/>
        </p:xfrm>
        <a:graphic>
          <a:graphicData uri="http://schemas.openxmlformats.org/drawingml/2006/table">
            <a:tbl>
              <a:tblPr/>
              <a:tblGrid>
                <a:gridCol w="16282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2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99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404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 smtClean="0">
                          <a:effectLst/>
                        </a:rPr>
                        <a:t>Loại</a:t>
                      </a:r>
                      <a:endParaRPr lang="vi-VN" sz="2000" dirty="0">
                        <a:effectLst/>
                      </a:endParaRPr>
                    </a:p>
                  </a:txBody>
                  <a:tcPr marL="36597" marR="36597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 smtClean="0">
                          <a:effectLst/>
                        </a:rPr>
                        <a:t>Ưu</a:t>
                      </a:r>
                      <a:r>
                        <a:rPr lang="en-US" sz="2000" baseline="0" dirty="0" smtClean="0">
                          <a:effectLst/>
                        </a:rPr>
                        <a:t> </a:t>
                      </a:r>
                      <a:r>
                        <a:rPr lang="en-US" sz="2000" baseline="0" dirty="0" err="1" smtClean="0">
                          <a:effectLst/>
                        </a:rPr>
                        <a:t>điểm</a:t>
                      </a:r>
                      <a:endParaRPr lang="vi-VN" sz="2000" dirty="0">
                        <a:effectLst/>
                      </a:endParaRPr>
                    </a:p>
                  </a:txBody>
                  <a:tcPr marL="36597" marR="36597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 smtClean="0">
                          <a:effectLst/>
                        </a:rPr>
                        <a:t>Nhược</a:t>
                      </a:r>
                      <a:r>
                        <a:rPr lang="en-US" sz="2000" baseline="0" dirty="0" smtClean="0">
                          <a:effectLst/>
                        </a:rPr>
                        <a:t> </a:t>
                      </a:r>
                      <a:r>
                        <a:rPr lang="en-US" sz="2000" baseline="0" dirty="0" err="1" smtClean="0">
                          <a:effectLst/>
                        </a:rPr>
                        <a:t>điểm</a:t>
                      </a:r>
                      <a:endParaRPr lang="vi-VN" sz="2000" dirty="0">
                        <a:effectLst/>
                      </a:endParaRPr>
                    </a:p>
                  </a:txBody>
                  <a:tcPr marL="36597" marR="36597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2118">
                <a:tc>
                  <a:txBody>
                    <a:bodyPr/>
                    <a:lstStyle/>
                    <a:p>
                      <a:pPr algn="l"/>
                      <a:r>
                        <a:rPr lang="en-US" sz="2000" dirty="0" err="1" smtClean="0"/>
                        <a:t>Trình</a:t>
                      </a:r>
                      <a:r>
                        <a:rPr lang="en-US" sz="2000" baseline="0" dirty="0" smtClean="0"/>
                        <a:t> </a:t>
                      </a:r>
                      <a:r>
                        <a:rPr lang="en-US" sz="2000" baseline="0" dirty="0" err="1" smtClean="0"/>
                        <a:t>tự</a:t>
                      </a:r>
                      <a:endParaRPr lang="vi-VN" sz="2000" dirty="0"/>
                    </a:p>
                  </a:txBody>
                  <a:tcPr marL="36597" marR="36597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Wingdings" pitchFamily="2" charset="2"/>
                        <a:buChar char="Ø"/>
                      </a:pPr>
                      <a:r>
                        <a:rPr lang="en-US" sz="2000" dirty="0" err="1" smtClean="0"/>
                        <a:t>Thể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2000" dirty="0" err="1" smtClean="0"/>
                        <a:t>hiện</a:t>
                      </a:r>
                      <a:r>
                        <a:rPr lang="en-US" sz="2000" baseline="0" dirty="0" smtClean="0"/>
                        <a:t> </a:t>
                      </a:r>
                      <a:r>
                        <a:rPr lang="en-US" sz="2000" baseline="0" dirty="0" err="1" smtClean="0"/>
                        <a:t>trình</a:t>
                      </a:r>
                      <a:r>
                        <a:rPr lang="en-US" sz="2000" baseline="0" dirty="0" smtClean="0"/>
                        <a:t> </a:t>
                      </a:r>
                      <a:r>
                        <a:rPr lang="en-US" sz="2000" baseline="0" dirty="0" err="1" smtClean="0"/>
                        <a:t>tự</a:t>
                      </a:r>
                      <a:r>
                        <a:rPr lang="en-US" sz="2000" baseline="0" dirty="0" smtClean="0"/>
                        <a:t> hay </a:t>
                      </a:r>
                      <a:r>
                        <a:rPr lang="en-US" sz="2000" baseline="0" dirty="0" err="1" smtClean="0"/>
                        <a:t>thứ</a:t>
                      </a:r>
                      <a:r>
                        <a:rPr lang="en-US" sz="2000" baseline="0" dirty="0" smtClean="0"/>
                        <a:t> </a:t>
                      </a:r>
                      <a:r>
                        <a:rPr lang="en-US" sz="2000" baseline="0" dirty="0" err="1" smtClean="0"/>
                        <a:t>tự</a:t>
                      </a:r>
                      <a:r>
                        <a:rPr lang="en-US" sz="2000" baseline="0" dirty="0" smtClean="0"/>
                        <a:t> </a:t>
                      </a:r>
                      <a:r>
                        <a:rPr lang="en-US" sz="2000" baseline="0" dirty="0" err="1" smtClean="0"/>
                        <a:t>thực</a:t>
                      </a:r>
                      <a:r>
                        <a:rPr lang="en-US" sz="2000" baseline="0" dirty="0" smtClean="0"/>
                        <a:t> </a:t>
                      </a:r>
                      <a:r>
                        <a:rPr lang="en-US" sz="2000" baseline="0" dirty="0" err="1" smtClean="0"/>
                        <a:t>hiện</a:t>
                      </a:r>
                      <a:r>
                        <a:rPr lang="en-US" sz="2000" baseline="0" dirty="0" smtClean="0"/>
                        <a:t> </a:t>
                      </a:r>
                      <a:r>
                        <a:rPr lang="en-US" sz="2000" baseline="0" dirty="0" err="1" smtClean="0"/>
                        <a:t>các</a:t>
                      </a:r>
                      <a:r>
                        <a:rPr lang="en-US" sz="2000" baseline="0" dirty="0" smtClean="0"/>
                        <a:t> </a:t>
                      </a:r>
                      <a:r>
                        <a:rPr lang="en-US" sz="2000" baseline="0" dirty="0" err="1" smtClean="0"/>
                        <a:t>thông</a:t>
                      </a:r>
                      <a:r>
                        <a:rPr lang="en-US" sz="2000" baseline="0" dirty="0" smtClean="0"/>
                        <a:t> </a:t>
                      </a:r>
                      <a:r>
                        <a:rPr lang="en-US" sz="2000" baseline="0" dirty="0" err="1" smtClean="0"/>
                        <a:t>điệp</a:t>
                      </a:r>
                      <a:r>
                        <a:rPr lang="en-US" sz="2000" baseline="0" dirty="0" smtClean="0"/>
                        <a:t> (</a:t>
                      </a:r>
                      <a:r>
                        <a:rPr lang="en-US" sz="2000" dirty="0" smtClean="0"/>
                        <a:t>messages) </a:t>
                      </a:r>
                      <a:r>
                        <a:rPr lang="en-US" sz="2000" dirty="0" err="1" smtClean="0"/>
                        <a:t>một</a:t>
                      </a:r>
                      <a:r>
                        <a:rPr lang="en-US" sz="2000" baseline="0" dirty="0" smtClean="0"/>
                        <a:t> </a:t>
                      </a:r>
                      <a:r>
                        <a:rPr lang="en-US" sz="2000" baseline="0" dirty="0" err="1" smtClean="0"/>
                        <a:t>cách</a:t>
                      </a:r>
                      <a:r>
                        <a:rPr lang="en-US" sz="2000" baseline="0" dirty="0" smtClean="0"/>
                        <a:t> </a:t>
                      </a:r>
                      <a:r>
                        <a:rPr lang="en-US" sz="2000" baseline="0" dirty="0" err="1" smtClean="0"/>
                        <a:t>rõ</a:t>
                      </a:r>
                      <a:r>
                        <a:rPr lang="en-US" sz="2000" baseline="0" dirty="0" smtClean="0"/>
                        <a:t> </a:t>
                      </a:r>
                      <a:r>
                        <a:rPr lang="en-US" sz="2000" baseline="0" dirty="0" err="1" smtClean="0"/>
                        <a:t>ràng</a:t>
                      </a:r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l">
                        <a:buFont typeface="Wingdings" pitchFamily="2" charset="2"/>
                        <a:buNone/>
                      </a:pPr>
                      <a:endParaRPr lang="en-US" sz="2000" dirty="0"/>
                    </a:p>
                  </a:txBody>
                  <a:tcPr marL="36597" marR="36597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Wingdings" pitchFamily="2" charset="2"/>
                        <a:buChar char="Ø"/>
                      </a:pPr>
                      <a:r>
                        <a:rPr lang="en-US" sz="2000" dirty="0" err="1" smtClean="0"/>
                        <a:t>Sử</a:t>
                      </a:r>
                      <a:r>
                        <a:rPr lang="en-US" sz="2000" baseline="0" dirty="0" smtClean="0"/>
                        <a:t> </a:t>
                      </a:r>
                      <a:r>
                        <a:rPr lang="en-US" sz="2000" baseline="0" dirty="0" err="1" smtClean="0"/>
                        <a:t>dụng</a:t>
                      </a:r>
                      <a:r>
                        <a:rPr lang="en-US" sz="2000" baseline="0" dirty="0" smtClean="0"/>
                        <a:t> </a:t>
                      </a:r>
                      <a:r>
                        <a:rPr lang="en-US" sz="2000" baseline="0" dirty="0" err="1" smtClean="0"/>
                        <a:t>nhiều</a:t>
                      </a:r>
                      <a:r>
                        <a:rPr lang="en-US" sz="2000" baseline="0" dirty="0" smtClean="0"/>
                        <a:t> </a:t>
                      </a:r>
                      <a:r>
                        <a:rPr lang="en-US" sz="2000" baseline="0" dirty="0" err="1" smtClean="0"/>
                        <a:t>không</a:t>
                      </a:r>
                      <a:r>
                        <a:rPr lang="en-US" sz="2000" baseline="0" dirty="0" smtClean="0"/>
                        <a:t> </a:t>
                      </a:r>
                      <a:r>
                        <a:rPr lang="en-US" sz="2000" baseline="0" dirty="0" err="1" smtClean="0"/>
                        <a:t>gian</a:t>
                      </a:r>
                      <a:r>
                        <a:rPr lang="en-US" sz="2000" baseline="0" dirty="0" smtClean="0"/>
                        <a:t> </a:t>
                      </a:r>
                      <a:r>
                        <a:rPr lang="en-US" sz="2000" baseline="0" dirty="0" err="1" smtClean="0"/>
                        <a:t>theo</a:t>
                      </a:r>
                      <a:r>
                        <a:rPr lang="en-US" sz="2000" baseline="0" dirty="0" smtClean="0"/>
                        <a:t> </a:t>
                      </a:r>
                      <a:r>
                        <a:rPr lang="en-US" sz="2000" baseline="0" dirty="0" err="1" smtClean="0"/>
                        <a:t>chiều</a:t>
                      </a:r>
                      <a:r>
                        <a:rPr lang="en-US" sz="2000" baseline="0" dirty="0" smtClean="0"/>
                        <a:t> </a:t>
                      </a:r>
                      <a:r>
                        <a:rPr lang="en-US" sz="2000" baseline="0" dirty="0" err="1" smtClean="0"/>
                        <a:t>ngang</a:t>
                      </a:r>
                      <a:endParaRPr lang="en-US" sz="2000" dirty="0"/>
                    </a:p>
                  </a:txBody>
                  <a:tcPr marL="36597" marR="36597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2118">
                <a:tc>
                  <a:txBody>
                    <a:bodyPr/>
                    <a:lstStyle/>
                    <a:p>
                      <a:pPr algn="l"/>
                      <a:r>
                        <a:rPr lang="en-AU" sz="2000" dirty="0" err="1" smtClean="0"/>
                        <a:t>Cộng</a:t>
                      </a:r>
                      <a:r>
                        <a:rPr lang="en-AU" sz="2000" baseline="0" dirty="0" smtClean="0"/>
                        <a:t> </a:t>
                      </a:r>
                      <a:r>
                        <a:rPr lang="en-AU" sz="2000" baseline="0" dirty="0" err="1" smtClean="0"/>
                        <a:t>tác</a:t>
                      </a:r>
                      <a:endParaRPr lang="vi-VN" sz="2000" dirty="0"/>
                    </a:p>
                  </a:txBody>
                  <a:tcPr marL="36597" marR="36597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Wingdings" pitchFamily="2" charset="2"/>
                        <a:buChar char="Ø"/>
                      </a:pPr>
                      <a:r>
                        <a:rPr lang="en-US" sz="2000" dirty="0" err="1" smtClean="0"/>
                        <a:t>Tiết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2000" dirty="0" err="1" smtClean="0"/>
                        <a:t>kiệm</a:t>
                      </a:r>
                      <a:r>
                        <a:rPr lang="en-US" sz="2000" baseline="0" dirty="0" smtClean="0"/>
                        <a:t> </a:t>
                      </a:r>
                      <a:r>
                        <a:rPr lang="en-US" sz="2000" baseline="0" dirty="0" err="1" smtClean="0"/>
                        <a:t>không</a:t>
                      </a:r>
                      <a:r>
                        <a:rPr lang="en-US" sz="2000" baseline="0" dirty="0" smtClean="0"/>
                        <a:t> </a:t>
                      </a:r>
                      <a:r>
                        <a:rPr lang="en-US" sz="2000" baseline="0" dirty="0" err="1" smtClean="0"/>
                        <a:t>gian</a:t>
                      </a:r>
                      <a:endParaRPr lang="en-US" sz="2000" dirty="0"/>
                    </a:p>
                  </a:txBody>
                  <a:tcPr marL="36597" marR="36597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Wingdings" pitchFamily="2" charset="2"/>
                        <a:buChar char="Ø"/>
                      </a:pPr>
                      <a:r>
                        <a:rPr lang="en-US" sz="2000" dirty="0" err="1" smtClean="0"/>
                        <a:t>Khó</a:t>
                      </a:r>
                      <a:r>
                        <a:rPr lang="en-US" sz="2000" baseline="0" dirty="0" smtClean="0"/>
                        <a:t> </a:t>
                      </a:r>
                      <a:r>
                        <a:rPr lang="en-US" sz="2000" baseline="0" dirty="0" err="1" smtClean="0"/>
                        <a:t>nhìn</a:t>
                      </a:r>
                      <a:r>
                        <a:rPr lang="en-US" sz="2000" baseline="0" dirty="0" smtClean="0"/>
                        <a:t> </a:t>
                      </a:r>
                      <a:r>
                        <a:rPr lang="en-US" sz="2000" baseline="0" dirty="0" err="1" smtClean="0"/>
                        <a:t>thấy</a:t>
                      </a:r>
                      <a:r>
                        <a:rPr lang="en-US" sz="2000" baseline="0" dirty="0" smtClean="0"/>
                        <a:t> </a:t>
                      </a:r>
                      <a:r>
                        <a:rPr lang="en-US" sz="2000" baseline="0" dirty="0" err="1" smtClean="0"/>
                        <a:t>trình</a:t>
                      </a:r>
                      <a:r>
                        <a:rPr lang="en-US" sz="2000" baseline="0" dirty="0" smtClean="0"/>
                        <a:t> </a:t>
                      </a:r>
                      <a:r>
                        <a:rPr lang="en-US" sz="2000" baseline="0" dirty="0" err="1" smtClean="0"/>
                        <a:t>tự</a:t>
                      </a:r>
                      <a:r>
                        <a:rPr lang="en-US" sz="2000" baseline="0" dirty="0" smtClean="0"/>
                        <a:t> </a:t>
                      </a:r>
                      <a:r>
                        <a:rPr lang="en-US" sz="2000" baseline="0" dirty="0" err="1" smtClean="0"/>
                        <a:t>thực</a:t>
                      </a:r>
                      <a:r>
                        <a:rPr lang="en-US" sz="2000" baseline="0" dirty="0" smtClean="0"/>
                        <a:t> </a:t>
                      </a:r>
                      <a:r>
                        <a:rPr lang="en-US" sz="2000" baseline="0" dirty="0" err="1" smtClean="0"/>
                        <a:t>hiện</a:t>
                      </a:r>
                      <a:r>
                        <a:rPr lang="en-US" sz="2000" baseline="0" dirty="0" smtClean="0"/>
                        <a:t> </a:t>
                      </a:r>
                      <a:r>
                        <a:rPr lang="en-US" sz="2000" baseline="0" dirty="0" err="1" smtClean="0"/>
                        <a:t>của</a:t>
                      </a:r>
                      <a:r>
                        <a:rPr lang="en-US" sz="2000" baseline="0" dirty="0" smtClean="0"/>
                        <a:t> </a:t>
                      </a:r>
                      <a:r>
                        <a:rPr lang="en-US" sz="2000" baseline="0" dirty="0" err="1" smtClean="0"/>
                        <a:t>các</a:t>
                      </a:r>
                      <a:r>
                        <a:rPr lang="en-US" sz="2000" baseline="0" dirty="0" smtClean="0"/>
                        <a:t> </a:t>
                      </a:r>
                      <a:r>
                        <a:rPr lang="en-US" sz="2000" baseline="0" dirty="0" err="1" smtClean="0"/>
                        <a:t>thông</a:t>
                      </a:r>
                      <a:r>
                        <a:rPr lang="en-US" sz="2000" baseline="0" dirty="0" smtClean="0"/>
                        <a:t> </a:t>
                      </a:r>
                      <a:r>
                        <a:rPr lang="en-US" sz="2000" baseline="0" dirty="0" err="1" smtClean="0"/>
                        <a:t>điệp</a:t>
                      </a:r>
                      <a:endParaRPr lang="en-US" sz="2000" dirty="0"/>
                    </a:p>
                  </a:txBody>
                  <a:tcPr marL="36597" marR="36597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16845AD9-D1F4-4EC2-844C-79E58D9B0E6B}" type="slidenum">
              <a:rPr lang="en-US" sz="1050"/>
              <a:pPr/>
              <a:t>3</a:t>
            </a:fld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849688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AU" dirty="0"/>
              <a:t>Messages</a:t>
            </a:r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16845AD9-D1F4-4EC2-844C-79E58D9B0E6B}" type="slidenum">
              <a:rPr lang="en-US" sz="1050"/>
              <a:pPr/>
              <a:t>4</a:t>
            </a:fld>
            <a:endParaRPr lang="en-US" sz="1050" dirty="0"/>
          </a:p>
        </p:txBody>
      </p:sp>
      <p:graphicFrame>
        <p:nvGraphicFramePr>
          <p:cNvPr id="15363" name="Object 3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582656111"/>
              </p:ext>
            </p:extLst>
          </p:nvPr>
        </p:nvGraphicFramePr>
        <p:xfrm>
          <a:off x="633010" y="1521088"/>
          <a:ext cx="7822070" cy="2992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42" name="Visio" r:id="rId4" imgW="4765680" imgH="1711440" progId="Visio.Drawing.11">
                  <p:embed/>
                </p:oleObj>
              </mc:Choice>
              <mc:Fallback>
                <p:oleObj name="Visio" r:id="rId4" imgW="4765680" imgH="1711440" progId="Visio.Drawing.11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010" y="1521088"/>
                        <a:ext cx="7822070" cy="29928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1959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Message Number Sequencing</a:t>
            </a:r>
            <a:endParaRPr lang="en-US" dirty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/>
          <a:lstStyle/>
          <a:p>
            <a:fld id="{16845AD9-D1F4-4EC2-844C-79E58D9B0E6B}" type="slidenum">
              <a:rPr lang="en-US" sz="1050"/>
              <a:pPr/>
              <a:t>5</a:t>
            </a:fld>
            <a:endParaRPr lang="en-US" sz="1050" dirty="0"/>
          </a:p>
        </p:txBody>
      </p:sp>
      <p:graphicFrame>
        <p:nvGraphicFramePr>
          <p:cNvPr id="17410" name="Object 2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778737892"/>
              </p:ext>
            </p:extLst>
          </p:nvPr>
        </p:nvGraphicFramePr>
        <p:xfrm>
          <a:off x="457200" y="1760261"/>
          <a:ext cx="8229600" cy="24116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66" name="Visio" r:id="rId4" imgW="5279400" imgH="1458360" progId="Visio.Drawing.11">
                  <p:embed/>
                </p:oleObj>
              </mc:Choice>
              <mc:Fallback>
                <p:oleObj name="Visio" r:id="rId4" imgW="5279400" imgH="1458360" progId="Visio.Drawing.11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760261"/>
                        <a:ext cx="8229600" cy="24116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98969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AU" dirty="0"/>
              <a:t>Complex Sequence Numbering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16845AD9-D1F4-4EC2-844C-79E58D9B0E6B}" type="slidenum">
              <a:rPr lang="en-US" sz="1050"/>
              <a:pPr/>
              <a:t>6</a:t>
            </a:fld>
            <a:endParaRPr lang="en-US" sz="1050" dirty="0"/>
          </a:p>
        </p:txBody>
      </p:sp>
      <p:graphicFrame>
        <p:nvGraphicFramePr>
          <p:cNvPr id="18434" name="Object 2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4239957885"/>
              </p:ext>
            </p:extLst>
          </p:nvPr>
        </p:nvGraphicFramePr>
        <p:xfrm>
          <a:off x="457200" y="1407099"/>
          <a:ext cx="8229600" cy="371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1" name="Visio" r:id="rId4" imgW="5339520" imgH="3213360" progId="Visio.Drawing.11">
                  <p:embed/>
                </p:oleObj>
              </mc:Choice>
              <mc:Fallback>
                <p:oleObj name="Visio" r:id="rId4" imgW="5339520" imgH="3213360" progId="Visio.Drawing.11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407099"/>
                        <a:ext cx="8229600" cy="3714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08322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AU" dirty="0" smtClean="0"/>
              <a:t>A conditional message is shown by following a sequence number with a conditional clause in square brackets. The message is only sent if the clause evaluates to true</a:t>
            </a:r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/>
          <a:lstStyle/>
          <a:p>
            <a:fld id="{16845AD9-D1F4-4EC2-844C-79E58D9B0E6B}" type="slidenum">
              <a:rPr lang="en-US" sz="1050">
                <a:solidFill>
                  <a:prstClr val="white"/>
                </a:solidFill>
              </a:rPr>
              <a:pPr/>
              <a:t>7</a:t>
            </a:fld>
            <a:endParaRPr lang="en-US" sz="1050" dirty="0">
              <a:solidFill>
                <a:prstClr val="white"/>
              </a:solidFill>
            </a:endParaRPr>
          </a:p>
        </p:txBody>
      </p:sp>
      <p:graphicFrame>
        <p:nvGraphicFramePr>
          <p:cNvPr id="19458" name="Object 2"/>
          <p:cNvGraphicFramePr>
            <a:graphicFrameLocks noGrp="1" noChangeAspect="1"/>
          </p:cNvGraphicFramePr>
          <p:nvPr>
            <p:extLst/>
          </p:nvPr>
        </p:nvGraphicFramePr>
        <p:xfrm>
          <a:off x="1696006" y="2854027"/>
          <a:ext cx="6984776" cy="1660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19" name="Visio" r:id="rId4" imgW="3888360" imgH="1080000" progId="Visio.Drawing.11">
                  <p:embed/>
                </p:oleObj>
              </mc:Choice>
              <mc:Fallback>
                <p:oleObj name="Visio" r:id="rId4" imgW="3888360" imgH="1080000" progId="Visio.Drawing.11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6006" y="2854027"/>
                        <a:ext cx="6984776" cy="16608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Conditional Message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9650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AU" dirty="0"/>
              <a:t>Mutually Exclusive Conditional Paths</a:t>
            </a:r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16845AD9-D1F4-4EC2-844C-79E58D9B0E6B}" type="slidenum">
              <a:rPr lang="en-US" sz="1050">
                <a:solidFill>
                  <a:prstClr val="white"/>
                </a:solidFill>
              </a:rPr>
              <a:pPr/>
              <a:t>8</a:t>
            </a:fld>
            <a:endParaRPr lang="en-US" sz="1050" dirty="0">
              <a:solidFill>
                <a:prstClr val="white"/>
              </a:solidFill>
            </a:endParaRPr>
          </a:p>
        </p:txBody>
      </p:sp>
      <p:graphicFrame>
        <p:nvGraphicFramePr>
          <p:cNvPr id="19459" name="Object 3"/>
          <p:cNvGraphicFramePr>
            <a:graphicFrameLocks noGrp="1" noChangeAspect="1"/>
          </p:cNvGraphicFramePr>
          <p:nvPr>
            <p:extLst/>
          </p:nvPr>
        </p:nvGraphicFramePr>
        <p:xfrm>
          <a:off x="738656" y="1683160"/>
          <a:ext cx="8280920" cy="31444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43" name="Visio" r:id="rId4" imgW="6032520" imgH="2740680" progId="Visio.Drawing.11">
                  <p:embed/>
                </p:oleObj>
              </mc:Choice>
              <mc:Fallback>
                <p:oleObj name="Visio" r:id="rId4" imgW="6032520" imgH="2740680" progId="Visio.Drawing.11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656" y="1683160"/>
                        <a:ext cx="8280920" cy="31444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53859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Iteration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910" smtClean="0">
                <a:solidFill>
                  <a:prstClr val="white"/>
                </a:solidFill>
              </a:rPr>
              <a:pPr/>
              <a:t>9</a:t>
            </a:fld>
            <a:endParaRPr lang="en-US" sz="910" dirty="0">
              <a:solidFill>
                <a:prstClr val="white"/>
              </a:solidFill>
            </a:endParaRPr>
          </a:p>
        </p:txBody>
      </p:sp>
      <p:graphicFrame>
        <p:nvGraphicFramePr>
          <p:cNvPr id="9" name="Object 2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097583480"/>
              </p:ext>
            </p:extLst>
          </p:nvPr>
        </p:nvGraphicFramePr>
        <p:xfrm>
          <a:off x="457200" y="1609725"/>
          <a:ext cx="8229600" cy="2519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61" name="Visio" r:id="rId4" imgW="4818960" imgH="1474200" progId="Visio.Drawing.11">
                  <p:embed/>
                </p:oleObj>
              </mc:Choice>
              <mc:Fallback>
                <p:oleObj name="Visio" r:id="rId4" imgW="4818960" imgH="1474200" progId="Visio.Drawing.11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609725"/>
                        <a:ext cx="8229600" cy="2519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68150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910" smtClean="0"/>
              <a:pPr/>
              <a:t>10</a:t>
            </a:fld>
            <a:endParaRPr lang="en-US" sz="910" dirty="0"/>
          </a:p>
        </p:txBody>
      </p:sp>
      <p:pic>
        <p:nvPicPr>
          <p:cNvPr id="47106" name="Picture 2" descr="The major elements of UML communication diagram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1424" y="119796"/>
            <a:ext cx="6719882" cy="5480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4667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910" y="1309125"/>
            <a:ext cx="8955425" cy="349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vi-VN" sz="1500" dirty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16845AD9-D1F4-4EC2-844C-79E58D9B0E6B}" type="slidenum">
              <a:rPr lang="en-US" sz="1050"/>
              <a:pPr/>
              <a:t>11</a:t>
            </a:fld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048971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Trong lược đồ cộng tác, các thông điệp được đánh số theo nguyên tắc sau</a:t>
            </a:r>
          </a:p>
          <a:p>
            <a:pPr marL="600075" lvl="1" indent="-257175" fontAlgn="base" hangingPunct="0">
              <a:buFont typeface="+mj-lt"/>
              <a:buAutoNum type="alphaLcPeriod"/>
            </a:pPr>
            <a:r>
              <a:rPr lang="vi-VN" sz="1800" dirty="0">
                <a:latin typeface="Arial" panose="020B0604020202020204" pitchFamily="34" charset="0"/>
                <a:cs typeface="Arial" panose="020B0604020202020204" pitchFamily="34" charset="0"/>
              </a:rPr>
              <a:t>1.2.3b xảy ra sau 1.2.3a và cả 2 được lồng trong 1.2.3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0075" lvl="1" indent="-257175" fontAlgn="base" hangingPunct="0">
              <a:buFont typeface="+mj-lt"/>
              <a:buAutoNum type="alphaLcPeriod"/>
            </a:pPr>
            <a:r>
              <a:rPr lang="vi-VN" sz="1800" dirty="0">
                <a:latin typeface="Arial" panose="020B0604020202020204" pitchFamily="34" charset="0"/>
                <a:cs typeface="Arial" panose="020B0604020202020204" pitchFamily="34" charset="0"/>
              </a:rPr>
              <a:t>1.2.3b xảy ra trước 1.2.3a và cả 2 được lồng trong 1.2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0075" lvl="1" indent="-257175" fontAlgn="base" hangingPunct="0">
              <a:buFont typeface="+mj-lt"/>
              <a:buAutoNum type="alphaLcPeriod"/>
            </a:pPr>
            <a:r>
              <a:rPr lang="vi-VN" sz="1800" dirty="0">
                <a:latin typeface="Arial" panose="020B0604020202020204" pitchFamily="34" charset="0"/>
                <a:cs typeface="Arial" panose="020B0604020202020204" pitchFamily="34" charset="0"/>
              </a:rPr>
              <a:t>1.2.3a và 1.2.3b loại trừ lẫn nhau và được lồng trong 1.2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0075" lvl="1" indent="-257175" fontAlgn="base" hangingPunct="0">
              <a:buFont typeface="+mj-lt"/>
              <a:buAutoNum type="alphaLcPeriod"/>
            </a:pPr>
            <a:r>
              <a:rPr lang="vi-VN" sz="1800" dirty="0">
                <a:latin typeface="Arial" panose="020B0604020202020204" pitchFamily="34" charset="0"/>
                <a:cs typeface="Arial" panose="020B0604020202020204" pitchFamily="34" charset="0"/>
              </a:rPr>
              <a:t>1.2.3a và 1.2.3b loại trừ lẫn nhau và được lồng trong 1.2.3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+mj-lt"/>
              <a:buAutoNum type="alphaLcPeriod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16845AD9-D1F4-4EC2-844C-79E58D9B0E6B}" type="slidenum">
              <a:rPr lang="en-US" sz="1050"/>
              <a:pPr/>
              <a:t>12</a:t>
            </a:fld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138778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Iteration over a collection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845AD9-D1F4-4EC2-844C-79E58D9B0E6B}" type="slidenum">
              <a:rPr kumimoji="0" lang="en-US" sz="91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91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yriad Pro"/>
              <a:ea typeface="+mn-ea"/>
            </a:endParaRPr>
          </a:p>
        </p:txBody>
      </p:sp>
      <p:graphicFrame>
        <p:nvGraphicFramePr>
          <p:cNvPr id="6" name="Object 2"/>
          <p:cNvGraphicFramePr>
            <a:graphicFrameLocks noGrp="1" noChangeAspect="1"/>
          </p:cNvGraphicFramePr>
          <p:nvPr>
            <p:extLst/>
          </p:nvPr>
        </p:nvGraphicFramePr>
        <p:xfrm>
          <a:off x="657224" y="1045208"/>
          <a:ext cx="8029575" cy="46095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05" name="Visio" r:id="rId3" imgW="6348600" imgH="3645000" progId="Visio.Drawing.11">
                  <p:embed/>
                </p:oleObj>
              </mc:Choice>
              <mc:Fallback>
                <p:oleObj name="Visio" r:id="rId3" imgW="6348600" imgH="3645000" progId="Visio.Drawing.11">
                  <p:embed/>
                  <p:pic>
                    <p:nvPicPr>
                      <p:cNvPr id="6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224" y="1045208"/>
                        <a:ext cx="8029575" cy="46095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387933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Messages to "self" or "this"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845AD9-D1F4-4EC2-844C-79E58D9B0E6B}" type="slidenum"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yriad Pro"/>
              <a:ea typeface="+mn-ea"/>
            </a:endParaRPr>
          </a:p>
        </p:txBody>
      </p:sp>
      <p:graphicFrame>
        <p:nvGraphicFramePr>
          <p:cNvPr id="16386" name="Object 2"/>
          <p:cNvGraphicFramePr>
            <a:graphicFrameLocks noGrp="1" noChangeAspect="1"/>
          </p:cNvGraphicFramePr>
          <p:nvPr>
            <p:extLst/>
          </p:nvPr>
        </p:nvGraphicFramePr>
        <p:xfrm>
          <a:off x="2190096" y="1931366"/>
          <a:ext cx="2376264" cy="21800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29" name="Visio" r:id="rId4" imgW="1197000" imgH="1463400" progId="Visio.Drawing.11">
                  <p:embed/>
                </p:oleObj>
              </mc:Choice>
              <mc:Fallback>
                <p:oleObj name="Visio" r:id="rId4" imgW="1197000" imgH="1463400" progId="Visio.Drawing.11">
                  <p:embed/>
                  <p:pic>
                    <p:nvPicPr>
                      <p:cNvPr id="16386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0096" y="1931366"/>
                        <a:ext cx="2376264" cy="21800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965330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87" name="Object 3"/>
          <p:cNvGraphicFramePr>
            <a:graphicFrameLocks noGrp="1" noChangeAspect="1"/>
          </p:cNvGraphicFramePr>
          <p:nvPr>
            <p:extLst/>
          </p:nvPr>
        </p:nvGraphicFramePr>
        <p:xfrm>
          <a:off x="467545" y="997360"/>
          <a:ext cx="8121169" cy="41217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3" name="Visio" r:id="rId4" imgW="4835800" imgH="3052323" progId="Visio.Drawing.11">
                  <p:embed/>
                </p:oleObj>
              </mc:Choice>
              <mc:Fallback>
                <p:oleObj name="Visio" r:id="rId4" imgW="4835800" imgH="3052323" progId="Visio.Drawing.11">
                  <p:embed/>
                  <p:pic>
                    <p:nvPicPr>
                      <p:cNvPr id="16387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545" y="997360"/>
                        <a:ext cx="8121169" cy="41217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Creation of Instances</a:t>
            </a:r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845AD9-D1F4-4EC2-844C-79E58D9B0E6B}" type="slidenum"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yriad Pro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786391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Static (Class) Methods</a:t>
            </a:r>
            <a:endParaRPr lang="en-AU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845AD9-D1F4-4EC2-844C-79E58D9B0E6B}" type="slidenum"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yriad Pro"/>
              <a:ea typeface="+mn-ea"/>
            </a:endParaRPr>
          </a:p>
        </p:txBody>
      </p:sp>
      <p:graphicFrame>
        <p:nvGraphicFramePr>
          <p:cNvPr id="22530" name="Object 2"/>
          <p:cNvGraphicFramePr>
            <a:graphicFrameLocks noGrp="1" noChangeAspect="1"/>
          </p:cNvGraphicFramePr>
          <p:nvPr/>
        </p:nvGraphicFramePr>
        <p:xfrm>
          <a:off x="457200" y="2171701"/>
          <a:ext cx="8229600" cy="15847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77" name="Visio" r:id="rId3" imgW="4495680" imgH="1154520" progId="Visio.Drawing.11">
                  <p:embed/>
                </p:oleObj>
              </mc:Choice>
              <mc:Fallback>
                <p:oleObj name="Visio" r:id="rId3" imgW="4495680" imgH="1154520" progId="Visio.Drawing.11">
                  <p:embed/>
                  <p:pic>
                    <p:nvPicPr>
                      <p:cNvPr id="22530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171701"/>
                        <a:ext cx="8229600" cy="15847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311644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Câu 1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Lược đồ trình tự thể hiện</a:t>
            </a:r>
          </a:p>
          <a:p>
            <a:pPr marL="600075" lvl="1" indent="-257175" algn="just">
              <a:buFont typeface="+mj-lt"/>
              <a:buAutoNum type="alphaLcPeriod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Sự phân chia công việc giữa các đối tượng để cùng hoàn thành một công việc nào đó</a:t>
            </a:r>
          </a:p>
          <a:p>
            <a:pPr marL="600075" lvl="1" indent="-257175" algn="just">
              <a:buFont typeface="+mj-lt"/>
              <a:buAutoNum type="alphaLcPeriod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Sự trao đổi thông điệp giữa các đối tượng</a:t>
            </a:r>
          </a:p>
          <a:p>
            <a:pPr marL="600075" lvl="1" indent="-257175" algn="just">
              <a:buFont typeface="+mj-lt"/>
              <a:buAutoNum type="alphaLcPeriod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Sự cộng tác giữa các đối tượng để cùng hoàn thành một công việc nào đó</a:t>
            </a:r>
          </a:p>
          <a:p>
            <a:pPr marL="600075" lvl="1" indent="-257175" algn="just">
              <a:buFont typeface="+mj-lt"/>
              <a:buAutoNum type="alphaLcPeriod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Các phương thức của đối tượng</a:t>
            </a:r>
          </a:p>
          <a:p>
            <a:pPr marL="600075" lvl="1" indent="-257175" algn="just">
              <a:buFont typeface="+mj-lt"/>
              <a:buAutoNum type="alphaLcPeriod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Chỉ có câu d sai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1050"/>
              <a:pPr/>
              <a:t>17</a:t>
            </a:fld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496639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Câu 2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Để mô tả sự tương tác giữa các đối tượng thông qua cơ chế truyền thông điệp, lược đồ UML nào nên được sử dụng</a:t>
            </a:r>
          </a:p>
          <a:p>
            <a:pPr marL="600075" lvl="1" indent="-257175">
              <a:buFont typeface="+mj-lt"/>
              <a:buAutoNum type="alphaLcPeriod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sequence diagrams</a:t>
            </a:r>
          </a:p>
          <a:p>
            <a:pPr marL="600075" lvl="1" indent="-257175">
              <a:buFont typeface="+mj-lt"/>
              <a:buAutoNum type="alphaLcPeriod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communication diagrams</a:t>
            </a:r>
          </a:p>
          <a:p>
            <a:pPr marL="600075" lvl="1" indent="-257175">
              <a:buFont typeface="+mj-lt"/>
              <a:buAutoNum type="alphaLcPeriod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collaboration diagrams</a:t>
            </a:r>
          </a:p>
          <a:p>
            <a:pPr marL="600075" lvl="1" indent="-257175">
              <a:buFont typeface="+mj-lt"/>
              <a:buAutoNum type="alphaLcPeriod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interaction diagrams</a:t>
            </a:r>
          </a:p>
          <a:p>
            <a:pPr marL="600075" lvl="1" indent="-257175">
              <a:buFont typeface="+mj-lt"/>
              <a:buAutoNum type="alphaLcPeriod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Tất cả các lược đồ trên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1050"/>
              <a:pPr/>
              <a:t>18</a:t>
            </a:fld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5917705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Câu 3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Trong lược đồ cộng tác, các đối tượng được đặt ở vị trí nào</a:t>
            </a:r>
          </a:p>
          <a:p>
            <a:pPr marL="685800" lvl="1" indent="-342900">
              <a:buFont typeface="+mj-lt"/>
              <a:buAutoNum type="alphaLcPeriod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Phải được đặt theo hàng ngang từ trái sang phải</a:t>
            </a:r>
          </a:p>
          <a:p>
            <a:pPr marL="685800" lvl="1" indent="-342900">
              <a:buFont typeface="+mj-lt"/>
              <a:buAutoNum type="alphaLcPeriod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Phải được đặt theo hàng ngang, có cùng độ cao và từ trái sang phải</a:t>
            </a:r>
          </a:p>
          <a:p>
            <a:pPr marL="685800" lvl="1" indent="-342900">
              <a:buFont typeface="+mj-lt"/>
              <a:buAutoNum type="alphaLcPeriod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Phải được đặt theo hàng ngang, không cùng độ cao và từ trái sang phải</a:t>
            </a:r>
          </a:p>
          <a:p>
            <a:pPr marL="685800" lvl="1" indent="-342900">
              <a:buFont typeface="+mj-lt"/>
              <a:buAutoNum type="alphaLcPeriod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Có thể đặt bất kỳ nơi đâu trên lược đồ</a:t>
            </a:r>
          </a:p>
          <a:p>
            <a:pPr marL="685800" lvl="1" indent="-342900">
              <a:buFont typeface="+mj-lt"/>
              <a:buAutoNum type="alphaLcPeriod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Có thể đặt bất kỳ nơi đâu trên lược đồ và không được phép có cùng độ cao</a:t>
            </a:r>
          </a:p>
          <a:p>
            <a:pPr lvl="1" fontAlgn="base" hangingPunct="0"/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16845AD9-D1F4-4EC2-844C-79E58D9B0E6B}" type="slidenum">
              <a:rPr lang="en-US" sz="1050"/>
              <a:pPr/>
              <a:t>19</a:t>
            </a:fld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7979665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Câu 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Ưu điểm của lược đồ trình tự là</a:t>
            </a:r>
          </a:p>
          <a:p>
            <a:pPr marL="685800" lvl="1" indent="-342900" fontAlgn="base" hangingPunct="0">
              <a:buFont typeface="+mj-lt"/>
              <a:buAutoNum type="alphaLcPeriod"/>
            </a:pPr>
            <a:r>
              <a:rPr lang="vi-VN" sz="1800" dirty="0">
                <a:latin typeface="Arial" panose="020B0604020202020204" pitchFamily="34" charset="0"/>
                <a:cs typeface="Arial" panose="020B0604020202020204" pitchFamily="34" charset="0"/>
              </a:rPr>
              <a:t>Trình tự thực hiện của các thông điệp được thể hiện rõ ràng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lvl="1" indent="-342900" fontAlgn="base" hangingPunct="0">
              <a:buFont typeface="+mj-lt"/>
              <a:buAutoNum type="alphaLcPeriod"/>
            </a:pPr>
            <a:r>
              <a:rPr lang="vi-VN" sz="1800" dirty="0">
                <a:latin typeface="Arial" panose="020B0604020202020204" pitchFamily="34" charset="0"/>
                <a:cs typeface="Arial" panose="020B0604020202020204" pitchFamily="34" charset="0"/>
              </a:rPr>
              <a:t>Tiết kiệm được không gian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lvl="1" indent="-342900" fontAlgn="base" hangingPunct="0">
              <a:buFont typeface="+mj-lt"/>
              <a:buAutoNum type="alphaLcPeriod"/>
            </a:pPr>
            <a:r>
              <a:rPr lang="vi-VN" sz="1800" dirty="0">
                <a:latin typeface="Arial" panose="020B0604020202020204" pitchFamily="34" charset="0"/>
                <a:cs typeface="Arial" panose="020B0604020202020204" pitchFamily="34" charset="0"/>
              </a:rPr>
              <a:t>Sử dụng các ký hiệu đồ họa đơn giản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lvl="1" indent="-342900" fontAlgn="base" hangingPunct="0">
              <a:buFont typeface="+mj-lt"/>
              <a:buAutoNum type="alphaLcPeriod"/>
            </a:pPr>
            <a:r>
              <a:rPr lang="vi-VN" sz="1800" dirty="0">
                <a:latin typeface="Arial" panose="020B0604020202020204" pitchFamily="34" charset="0"/>
                <a:cs typeface="Arial" panose="020B0604020202020204" pitchFamily="34" charset="0"/>
              </a:rPr>
              <a:t>Có thể thêm các đối tượng theo 2 hướng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lvl="1" indent="-342900" fontAlgn="base" hangingPunct="0">
              <a:buFont typeface="+mj-lt"/>
              <a:buAutoNum type="alphaLcPeriod"/>
            </a:pPr>
            <a:r>
              <a:rPr lang="vi-VN" sz="1800" dirty="0">
                <a:latin typeface="Arial" panose="020B0604020202020204" pitchFamily="34" charset="0"/>
                <a:cs typeface="Arial" panose="020B0604020202020204" pitchFamily="34" charset="0"/>
              </a:rPr>
              <a:t>Câu a và b đúng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16845AD9-D1F4-4EC2-844C-79E58D9B0E6B}" type="slidenum">
              <a:rPr lang="en-US" sz="1050"/>
              <a:pPr/>
              <a:t>20</a:t>
            </a:fld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2523039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Câu 6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Nhược điểm của lược đồ cộng tác là</a:t>
            </a:r>
          </a:p>
          <a:p>
            <a:pPr marL="685800" lvl="1" indent="-342900" fontAlgn="base" hangingPunct="0">
              <a:buFont typeface="+mj-lt"/>
              <a:buAutoNum type="alphaLcPeriod"/>
            </a:pPr>
            <a:r>
              <a:rPr lang="vi-VN" sz="1800" dirty="0">
                <a:latin typeface="Arial" panose="020B0604020202020204" pitchFamily="34" charset="0"/>
                <a:cs typeface="Arial" panose="020B0604020202020204" pitchFamily="34" charset="0"/>
              </a:rPr>
              <a:t>Chỉ sử dụng được không gian theo chiều ngang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lvl="1" indent="-342900" fontAlgn="base" hangingPunct="0">
              <a:buFont typeface="+mj-lt"/>
              <a:buAutoNum type="alphaLcPeriod"/>
            </a:pPr>
            <a:r>
              <a:rPr lang="vi-VN" sz="1800" dirty="0">
                <a:latin typeface="Arial" panose="020B0604020202020204" pitchFamily="34" charset="0"/>
                <a:cs typeface="Arial" panose="020B0604020202020204" pitchFamily="34" charset="0"/>
              </a:rPr>
              <a:t>Sử dụng các ký hiệu đồ họa phức tạp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lvl="1" indent="-342900" fontAlgn="base" hangingPunct="0">
              <a:buFont typeface="+mj-lt"/>
              <a:buAutoNum type="alphaLcPeriod"/>
            </a:pPr>
            <a:r>
              <a:rPr lang="vi-VN" sz="1800" dirty="0">
                <a:latin typeface="Arial" panose="020B0604020202020204" pitchFamily="34" charset="0"/>
                <a:cs typeface="Arial" panose="020B0604020202020204" pitchFamily="34" charset="0"/>
              </a:rPr>
              <a:t>Khó thấy được trình tự thực hiện của các thông điệp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lvl="1" indent="-342900" fontAlgn="base" hangingPunct="0">
              <a:buFont typeface="+mj-lt"/>
              <a:buAutoNum type="alphaLcPeriod"/>
            </a:pPr>
            <a:r>
              <a:rPr lang="vi-VN" sz="1800" dirty="0">
                <a:latin typeface="Arial" panose="020B0604020202020204" pitchFamily="34" charset="0"/>
                <a:cs typeface="Arial" panose="020B0604020202020204" pitchFamily="34" charset="0"/>
              </a:rPr>
              <a:t>Khó phát sinh code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lvl="1" indent="-342900" fontAlgn="base" hangingPunct="0">
              <a:buFont typeface="+mj-lt"/>
              <a:buAutoNum type="alphaLcPeriod"/>
            </a:pPr>
            <a:r>
              <a:rPr lang="vi-VN" sz="1800" dirty="0">
                <a:latin typeface="Arial" panose="020B0604020202020204" pitchFamily="34" charset="0"/>
                <a:cs typeface="Arial" panose="020B0604020202020204" pitchFamily="34" charset="0"/>
              </a:rPr>
              <a:t>Câu c và d đúng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16845AD9-D1F4-4EC2-844C-79E58D9B0E6B}" type="slidenum">
              <a:rPr lang="en-US" sz="1050"/>
              <a:pPr/>
              <a:t>21</a:t>
            </a:fld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4478985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910" smtClean="0"/>
              <a:pPr/>
              <a:t>22</a:t>
            </a:fld>
            <a:endParaRPr lang="en-US" sz="910" dirty="0"/>
          </a:p>
        </p:txBody>
      </p:sp>
      <p:pic>
        <p:nvPicPr>
          <p:cNvPr id="48130" name="Picture 2" descr="The * iteration notation specifies that the messages in the iteration will be executed sequentially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686" y="2251075"/>
            <a:ext cx="5534791" cy="1706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6592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AU" dirty="0"/>
              <a:t>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AU" dirty="0" smtClean="0"/>
              <a:t>A connection path between two objects</a:t>
            </a:r>
          </a:p>
          <a:p>
            <a:pPr>
              <a:defRPr/>
            </a:pPr>
            <a:r>
              <a:rPr lang="en-AU" dirty="0" smtClean="0"/>
              <a:t>Messages flow along link</a:t>
            </a:r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/>
          <a:lstStyle/>
          <a:p>
            <a:fld id="{16845AD9-D1F4-4EC2-844C-79E58D9B0E6B}" type="slidenum">
              <a:rPr lang="en-US" sz="1050"/>
              <a:pPr/>
              <a:t>23</a:t>
            </a:fld>
            <a:endParaRPr lang="en-US" sz="1050" dirty="0"/>
          </a:p>
        </p:txBody>
      </p:sp>
      <p:graphicFrame>
        <p:nvGraphicFramePr>
          <p:cNvPr id="15362" name="Object 2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604871621"/>
              </p:ext>
            </p:extLst>
          </p:nvPr>
        </p:nvGraphicFramePr>
        <p:xfrm>
          <a:off x="457200" y="2492337"/>
          <a:ext cx="8229599" cy="28170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18" name="Visio" r:id="rId3" imgW="4090680" imgH="1289520" progId="Visio.Drawing.11">
                  <p:embed/>
                </p:oleObj>
              </mc:Choice>
              <mc:Fallback>
                <p:oleObj name="Visio" r:id="rId3" imgW="4090680" imgH="1289520" progId="Visio.Drawing.11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492337"/>
                        <a:ext cx="8229599" cy="28170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91281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Stereotype </a:t>
            </a:r>
            <a:r>
              <a:rPr lang="en-US" dirty="0"/>
              <a:t>of a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5589" y="1603194"/>
            <a:ext cx="7199101" cy="3575333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Boundary c</a:t>
            </a:r>
            <a:r>
              <a:rPr lang="en-US" dirty="0" smtClean="0"/>
              <a:t>lass: </a:t>
            </a:r>
            <a:r>
              <a:rPr lang="en-US" dirty="0" err="1" smtClean="0"/>
              <a:t>lớp</a:t>
            </a:r>
            <a:r>
              <a:rPr lang="en-US" dirty="0" smtClean="0"/>
              <a:t> </a:t>
            </a:r>
            <a:r>
              <a:rPr lang="en-US" dirty="0" err="1" smtClean="0"/>
              <a:t>biên</a:t>
            </a:r>
            <a:endParaRPr lang="en-US" dirty="0" smtClean="0"/>
          </a:p>
          <a:p>
            <a:pPr>
              <a:spcBef>
                <a:spcPts val="4500"/>
              </a:spcBef>
            </a:pPr>
            <a:r>
              <a:rPr lang="en-US" dirty="0" smtClean="0"/>
              <a:t>C</a:t>
            </a:r>
            <a:r>
              <a:rPr lang="vi-VN" dirty="0" smtClean="0"/>
              <a:t>ontrol class</a:t>
            </a:r>
            <a:r>
              <a:rPr lang="en-US" dirty="0" smtClean="0"/>
              <a:t>: </a:t>
            </a:r>
            <a:r>
              <a:rPr lang="en-US" dirty="0" err="1" smtClean="0"/>
              <a:t>lớp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khiển</a:t>
            </a:r>
            <a:endParaRPr lang="en-US" dirty="0" smtClean="0"/>
          </a:p>
          <a:p>
            <a:pPr>
              <a:spcBef>
                <a:spcPts val="4500"/>
              </a:spcBef>
            </a:pPr>
            <a:r>
              <a:rPr lang="en-US" dirty="0"/>
              <a:t>E</a:t>
            </a:r>
            <a:r>
              <a:rPr lang="vi-VN" dirty="0"/>
              <a:t>ntity class</a:t>
            </a:r>
            <a:r>
              <a:rPr lang="en-US" dirty="0"/>
              <a:t>: </a:t>
            </a:r>
            <a:r>
              <a:rPr lang="en-US" dirty="0" err="1"/>
              <a:t>lớp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 smtClean="0"/>
              <a:t>thể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err="1" smtClean="0"/>
              <a:t>Mối</a:t>
            </a:r>
            <a:r>
              <a:rPr lang="en-US" dirty="0" smtClean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đúng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 smtClean="0"/>
              <a:t>tự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Actor </a:t>
            </a:r>
            <a:r>
              <a:rPr lang="en-US" b="1" dirty="0">
                <a:sym typeface="Wingdings" pitchFamily="2" charset="2"/>
              </a:rPr>
              <a:t> class </a:t>
            </a:r>
            <a:r>
              <a:rPr lang="en-US" b="1" dirty="0" err="1">
                <a:sym typeface="Wingdings" pitchFamily="2" charset="2"/>
              </a:rPr>
              <a:t>biên</a:t>
            </a:r>
            <a:r>
              <a:rPr lang="en-US" b="1" dirty="0">
                <a:sym typeface="Wingdings" pitchFamily="2" charset="2"/>
              </a:rPr>
              <a:t>  class </a:t>
            </a:r>
            <a:r>
              <a:rPr lang="en-US" b="1" dirty="0" err="1">
                <a:sym typeface="Wingdings" pitchFamily="2" charset="2"/>
              </a:rPr>
              <a:t>điều</a:t>
            </a:r>
            <a:r>
              <a:rPr lang="en-US" b="1" dirty="0">
                <a:sym typeface="Wingdings" pitchFamily="2" charset="2"/>
              </a:rPr>
              <a:t> </a:t>
            </a:r>
            <a:r>
              <a:rPr lang="en-US" b="1" dirty="0" err="1">
                <a:sym typeface="Wingdings" pitchFamily="2" charset="2"/>
              </a:rPr>
              <a:t>khiển</a:t>
            </a:r>
            <a:r>
              <a:rPr lang="en-US" b="1" dirty="0">
                <a:sym typeface="Wingdings" pitchFamily="2" charset="2"/>
              </a:rPr>
              <a:t>  class </a:t>
            </a:r>
            <a:r>
              <a:rPr lang="en-US" b="1" dirty="0" err="1">
                <a:sym typeface="Wingdings" pitchFamily="2" charset="2"/>
              </a:rPr>
              <a:t>thực</a:t>
            </a:r>
            <a:r>
              <a:rPr lang="en-US" b="1" dirty="0">
                <a:sym typeface="Wingdings" pitchFamily="2" charset="2"/>
              </a:rPr>
              <a:t> </a:t>
            </a:r>
            <a:r>
              <a:rPr lang="en-US" b="1" dirty="0" err="1">
                <a:sym typeface="Wingdings" pitchFamily="2" charset="2"/>
              </a:rPr>
              <a:t>thể</a:t>
            </a:r>
            <a:endParaRPr lang="vi-VN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16845AD9-D1F4-4EC2-844C-79E58D9B0E6B}" type="slidenum">
              <a:rPr lang="en-US" sz="1050">
                <a:solidFill>
                  <a:prstClr val="white"/>
                </a:solidFill>
              </a:rPr>
              <a:pPr/>
              <a:t>24</a:t>
            </a:fld>
            <a:endParaRPr lang="en-US" sz="1050" dirty="0">
              <a:solidFill>
                <a:prstClr val="white"/>
              </a:solidFill>
            </a:endParaRPr>
          </a:p>
        </p:txBody>
      </p:sp>
      <p:pic>
        <p:nvPicPr>
          <p:cNvPr id="348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1823" y="1307535"/>
            <a:ext cx="2152650" cy="827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482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026" y="2269024"/>
            <a:ext cx="2210100" cy="921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482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8843" y="3301451"/>
            <a:ext cx="2243283" cy="822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0287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Stereotypes </a:t>
            </a:r>
            <a:r>
              <a:rPr lang="en-US" dirty="0"/>
              <a:t>on a sequence diagram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16845AD9-D1F4-4EC2-844C-79E58D9B0E6B}" type="slidenum">
              <a:rPr lang="en-US" sz="1050">
                <a:solidFill>
                  <a:prstClr val="white"/>
                </a:solidFill>
              </a:rPr>
              <a:pPr/>
              <a:t>25</a:t>
            </a:fld>
            <a:endParaRPr lang="en-US" sz="1050" dirty="0">
              <a:solidFill>
                <a:prstClr val="white"/>
              </a:solidFill>
            </a:endParaRPr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1344" y="1825229"/>
            <a:ext cx="7041151" cy="28430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1130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 smtClean="0"/>
              <a:t>Stereotypes </a:t>
            </a:r>
            <a:r>
              <a:rPr lang="en-US" dirty="0"/>
              <a:t>on a collaboration diagram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16845AD9-D1F4-4EC2-844C-79E58D9B0E6B}" type="slidenum">
              <a:rPr lang="en-US" sz="1050">
                <a:solidFill>
                  <a:prstClr val="white"/>
                </a:solidFill>
              </a:rPr>
              <a:pPr/>
              <a:t>26</a:t>
            </a:fld>
            <a:endParaRPr lang="en-US" sz="1050" dirty="0">
              <a:solidFill>
                <a:prstClr val="white"/>
              </a:solidFill>
            </a:endParaRPr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6612" y="2000250"/>
            <a:ext cx="6681710" cy="2420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17270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[eBook] Applying UML and Patterns: An Introduction to Object-Oriented Analysis and Design and Iterative Development </a:t>
            </a:r>
          </a:p>
          <a:p>
            <a:pPr lvl="1"/>
            <a:r>
              <a:rPr lang="en-US" dirty="0" smtClean="0"/>
              <a:t> Chapter </a:t>
            </a:r>
            <a:r>
              <a:rPr lang="en-US" dirty="0"/>
              <a:t>15. UML Interaction </a:t>
            </a:r>
            <a:r>
              <a:rPr lang="en-US" dirty="0" smtClean="0"/>
              <a:t>Diagrams</a:t>
            </a:r>
          </a:p>
          <a:p>
            <a:r>
              <a:rPr lang="en-US" dirty="0"/>
              <a:t>UML Communication Diagrams </a:t>
            </a:r>
            <a:r>
              <a:rPr lang="en-US" dirty="0" smtClean="0"/>
              <a:t>Overview</a:t>
            </a:r>
          </a:p>
          <a:p>
            <a:pPr lvl="1"/>
            <a:r>
              <a:rPr lang="en-US" dirty="0" smtClean="0"/>
              <a:t> http</a:t>
            </a:r>
            <a:r>
              <a:rPr lang="en-US" dirty="0"/>
              <a:t>://www.uml-diagrams.org/communication-diagrams.html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910" smtClean="0"/>
              <a:pPr/>
              <a:t>27</a:t>
            </a:fld>
            <a:endParaRPr lang="en-US" sz="910" dirty="0"/>
          </a:p>
        </p:txBody>
      </p:sp>
    </p:spTree>
    <p:extLst>
      <p:ext uri="{BB962C8B-B14F-4D97-AF65-F5344CB8AC3E}">
        <p14:creationId xmlns:p14="http://schemas.microsoft.com/office/powerpoint/2010/main" val="42589718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 and Communication Diagrams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Interaction </a:t>
            </a:r>
            <a:r>
              <a:rPr lang="en-US" dirty="0"/>
              <a:t>diagram is a generalization of two more specialized UML diagram types:</a:t>
            </a:r>
          </a:p>
          <a:p>
            <a:pPr lvl="1"/>
            <a:r>
              <a:rPr lang="en-US" dirty="0" smtClean="0"/>
              <a:t> sequence </a:t>
            </a:r>
            <a:r>
              <a:rPr lang="en-US" dirty="0"/>
              <a:t>diagrams</a:t>
            </a:r>
          </a:p>
          <a:p>
            <a:pPr lvl="1"/>
            <a:r>
              <a:rPr lang="en-US" dirty="0" smtClean="0"/>
              <a:t> communication diagrams/</a:t>
            </a:r>
            <a:r>
              <a:rPr lang="en-US" sz="2400" dirty="0"/>
              <a:t>collaboration diagram</a:t>
            </a:r>
            <a:endParaRPr lang="en-US" dirty="0"/>
          </a:p>
          <a:p>
            <a:r>
              <a:rPr lang="en-US" dirty="0"/>
              <a:t>Both can express similar interactions.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16845AD9-D1F4-4EC2-844C-79E58D9B0E6B}" type="slidenum">
              <a:rPr lang="en-US" sz="1050"/>
              <a:pPr/>
              <a:t>28</a:t>
            </a:fld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9056978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Lifeline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5AD9-D1F4-4EC2-844C-79E58D9B0E6B}" type="slidenum">
              <a:rPr lang="en-US" sz="910" smtClean="0"/>
              <a:pPr/>
              <a:t>29</a:t>
            </a:fld>
            <a:endParaRPr lang="en-US" sz="91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187" y="1575084"/>
            <a:ext cx="1737295" cy="82521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0187" y="2803810"/>
            <a:ext cx="1737296" cy="78178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0187" y="4089685"/>
            <a:ext cx="1737295" cy="82521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729731" y="1803025"/>
            <a:ext cx="35990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 smtClean="0">
                <a:solidFill>
                  <a:srgbClr val="000066"/>
                </a:solidFill>
                <a:latin typeface="Georgia" panose="02040502050405020303" pitchFamily="18" charset="0"/>
              </a:rPr>
              <a:t>Anonymous lifeline of class User.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729731" y="3010035"/>
            <a:ext cx="32464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dirty="0">
                <a:solidFill>
                  <a:srgbClr val="000000"/>
                </a:solidFill>
                <a:latin typeface="Georgia" panose="02040502050405020303" pitchFamily="18" charset="0"/>
              </a:rPr>
              <a:t>Lifeline</a:t>
            </a:r>
            <a:r>
              <a:rPr lang="en-US" i="1" dirty="0">
                <a:solidFill>
                  <a:srgbClr val="000066"/>
                </a:solidFill>
                <a:latin typeface="Georgia" panose="02040502050405020303" pitchFamily="18" charset="0"/>
              </a:rPr>
              <a:t> "data" of class Stock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3729731" y="4179126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i="1" dirty="0">
                <a:solidFill>
                  <a:srgbClr val="000000"/>
                </a:solidFill>
                <a:latin typeface="Georgia" panose="02040502050405020303" pitchFamily="18" charset="0"/>
              </a:rPr>
              <a:t>Lifeline</a:t>
            </a:r>
            <a:r>
              <a:rPr lang="en-US" i="1" dirty="0">
                <a:solidFill>
                  <a:srgbClr val="000066"/>
                </a:solidFill>
                <a:latin typeface="Georgia" panose="02040502050405020303" pitchFamily="18" charset="0"/>
              </a:rPr>
              <a:t> "x" of class X is selected with </a:t>
            </a:r>
            <a:r>
              <a:rPr lang="en-US" b="1" i="1" dirty="0">
                <a:solidFill>
                  <a:srgbClr val="000000"/>
                </a:solidFill>
                <a:latin typeface="Georgia" panose="02040502050405020303" pitchFamily="18" charset="0"/>
              </a:rPr>
              <a:t>selector</a:t>
            </a:r>
            <a:r>
              <a:rPr lang="en-US" i="1" dirty="0">
                <a:solidFill>
                  <a:srgbClr val="000066"/>
                </a:solidFill>
                <a:latin typeface="Georgia" panose="02040502050405020303" pitchFamily="18" charset="0"/>
              </a:rPr>
              <a:t> [k].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2311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theme/theme1.xml><?xml version="1.0" encoding="utf-8"?>
<a:theme xmlns:a="http://schemas.openxmlformats.org/drawingml/2006/main" name="1_HSU ppt template_Office2010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HSU Slides temp_NFP_En.pptx" id="{634F575B-5034-4544-8569-25C47EB1743F}" vid="{FD67F0E7-E8FA-45EF-B3A5-6D91208EA823}"/>
    </a:ext>
  </a:extLst>
</a:theme>
</file>

<file path=ppt/theme/theme2.xml><?xml version="1.0" encoding="utf-8"?>
<a:theme xmlns:a="http://schemas.openxmlformats.org/drawingml/2006/main" name="HSU ppt template_Office2010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HSU Slides temp_NFP_En.pptx" id="{634F575B-5034-4544-8569-25C47EB1743F}" vid="{FD67F0E7-E8FA-45EF-B3A5-6D91208EA82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Whisp</Template>
  <TotalTime>3998</TotalTime>
  <Words>771</Words>
  <Application>Microsoft Office PowerPoint</Application>
  <PresentationFormat>Custom</PresentationFormat>
  <Paragraphs>164</Paragraphs>
  <Slides>29</Slides>
  <Notes>14</Notes>
  <HiddenSlides>17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9" baseType="lpstr">
      <vt:lpstr>Arial</vt:lpstr>
      <vt:lpstr>Calibri</vt:lpstr>
      <vt:lpstr>Consolas</vt:lpstr>
      <vt:lpstr>Georgia</vt:lpstr>
      <vt:lpstr>Myriad Pro</vt:lpstr>
      <vt:lpstr>Verdana</vt:lpstr>
      <vt:lpstr>Wingdings</vt:lpstr>
      <vt:lpstr>1_HSU ppt template_Office2010</vt:lpstr>
      <vt:lpstr>HSU ppt template_Office2010</vt:lpstr>
      <vt:lpstr>Visio</vt:lpstr>
      <vt:lpstr>Object Oriented Analysis and Design</vt:lpstr>
      <vt:lpstr>Example</vt:lpstr>
      <vt:lpstr>Sequence vs. Communication diagram</vt:lpstr>
      <vt:lpstr>Messages</vt:lpstr>
      <vt:lpstr>Message Number Sequencing</vt:lpstr>
      <vt:lpstr>Complex Sequence Numbering</vt:lpstr>
      <vt:lpstr>Conditional Message</vt:lpstr>
      <vt:lpstr>Mutually Exclusive Conditional Paths</vt:lpstr>
      <vt:lpstr>Iteration</vt:lpstr>
      <vt:lpstr>PowerPoint Presentation</vt:lpstr>
      <vt:lpstr>Example</vt:lpstr>
      <vt:lpstr>PowerPoint Presentation</vt:lpstr>
      <vt:lpstr>Iteration over a collection</vt:lpstr>
      <vt:lpstr>Messages to "self" or "this"</vt:lpstr>
      <vt:lpstr>Creation of Instances</vt:lpstr>
      <vt:lpstr>Static (Class) Methods</vt:lpstr>
      <vt:lpstr>Câu 1</vt:lpstr>
      <vt:lpstr>Câu 2</vt:lpstr>
      <vt:lpstr>Câu 3</vt:lpstr>
      <vt:lpstr>Câu 5</vt:lpstr>
      <vt:lpstr>Câu 6</vt:lpstr>
      <vt:lpstr>PowerPoint Presentation</vt:lpstr>
      <vt:lpstr>Links</vt:lpstr>
      <vt:lpstr>Stereotype of a class</vt:lpstr>
      <vt:lpstr>Stereotypes on a sequence diagram</vt:lpstr>
      <vt:lpstr>Stereotypes on a collaboration diagram</vt:lpstr>
      <vt:lpstr>References</vt:lpstr>
      <vt:lpstr>Sequence and Communication Diagrams</vt:lpstr>
      <vt:lpstr>Lifeline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Nguyễn Thị Thanh</dc:creator>
  <cp:lastModifiedBy>Nguyen Thi Thanh</cp:lastModifiedBy>
  <cp:revision>304</cp:revision>
  <dcterms:created xsi:type="dcterms:W3CDTF">2012-08-17T11:15:49Z</dcterms:created>
  <dcterms:modified xsi:type="dcterms:W3CDTF">2016-11-25T05:22:37Z</dcterms:modified>
</cp:coreProperties>
</file>