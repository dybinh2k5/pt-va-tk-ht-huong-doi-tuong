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256" r:id="rId2"/>
    <p:sldId id="329" r:id="rId3"/>
    <p:sldId id="294" r:id="rId4"/>
    <p:sldId id="332" r:id="rId5"/>
    <p:sldId id="336" r:id="rId6"/>
    <p:sldId id="335" r:id="rId7"/>
    <p:sldId id="337" r:id="rId8"/>
    <p:sldId id="338" r:id="rId9"/>
    <p:sldId id="355" r:id="rId10"/>
    <p:sldId id="339" r:id="rId11"/>
    <p:sldId id="340" r:id="rId12"/>
    <p:sldId id="354" r:id="rId13"/>
    <p:sldId id="341" r:id="rId14"/>
    <p:sldId id="342" r:id="rId15"/>
    <p:sldId id="343" r:id="rId16"/>
    <p:sldId id="344" r:id="rId17"/>
    <p:sldId id="345" r:id="rId18"/>
    <p:sldId id="346" r:id="rId19"/>
    <p:sldId id="347" r:id="rId20"/>
    <p:sldId id="348" r:id="rId21"/>
    <p:sldId id="350" r:id="rId22"/>
    <p:sldId id="351" r:id="rId23"/>
    <p:sldId id="29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6700" autoAdjust="0"/>
  </p:normalViewPr>
  <p:slideViewPr>
    <p:cSldViewPr snapToGrid="0">
      <p:cViewPr varScale="1">
        <p:scale>
          <a:sx n="64" d="100"/>
          <a:sy n="64" d="100"/>
        </p:scale>
        <p:origin x="252" y="78"/>
      </p:cViewPr>
      <p:guideLst>
        <p:guide orient="horz" pos="2160"/>
        <p:guide pos="3840"/>
      </p:guideLst>
    </p:cSldViewPr>
  </p:slideViewPr>
  <p:notesTextViewPr>
    <p:cViewPr>
      <p:scale>
        <a:sx n="1" d="1"/>
        <a:sy n="1" d="1"/>
      </p:scale>
      <p:origin x="0" y="-1380"/>
    </p:cViewPr>
  </p:notesTextViewPr>
  <p:sorterViewPr>
    <p:cViewPr>
      <p:scale>
        <a:sx n="100" d="100"/>
        <a:sy n="100" d="100"/>
      </p:scale>
      <p:origin x="0" y="0"/>
    </p:cViewPr>
  </p:sorterViewPr>
  <p:notesViewPr>
    <p:cSldViewPr snapToGrid="0">
      <p:cViewPr varScale="1">
        <p:scale>
          <a:sx n="59" d="100"/>
          <a:sy n="59" d="100"/>
        </p:scale>
        <p:origin x="-2556"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7943DE-247A-450B-A352-19E7B86A8F8E}" type="datetimeFigureOut">
              <a:rPr lang="en-US" smtClean="0"/>
              <a:t>5/27/2015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CC8D3B0-5747-4E88-907E-18559D38E75B}" type="slidenum">
              <a:rPr lang="en-US" smtClean="0"/>
              <a:t>‹#›</a:t>
            </a:fld>
            <a:endParaRPr lang="en-US"/>
          </a:p>
        </p:txBody>
      </p:sp>
    </p:spTree>
    <p:extLst>
      <p:ext uri="{BB962C8B-B14F-4D97-AF65-F5344CB8AC3E}">
        <p14:creationId xmlns:p14="http://schemas.microsoft.com/office/powerpoint/2010/main" val="22990515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E077D8-A3B6-4B49-8E15-85E1D9995017}" type="datetimeFigureOut">
              <a:rPr lang="en-US" smtClean="0"/>
              <a:t>5/27/2015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A348ED-14C6-42EB-8AB6-3B33A93ADC0A}" type="slidenum">
              <a:rPr lang="en-US" smtClean="0"/>
              <a:t>‹#›</a:t>
            </a:fld>
            <a:endParaRPr lang="en-US"/>
          </a:p>
        </p:txBody>
      </p:sp>
    </p:spTree>
    <p:extLst>
      <p:ext uri="{BB962C8B-B14F-4D97-AF65-F5344CB8AC3E}">
        <p14:creationId xmlns:p14="http://schemas.microsoft.com/office/powerpoint/2010/main" val="3636477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mj-lt"/>
              <a:buNone/>
            </a:pPr>
            <a:r>
              <a:rPr lang="en-US" dirty="0" smtClean="0"/>
              <a:t>Visibility: </a:t>
            </a:r>
            <a:r>
              <a:rPr lang="en-US" dirty="0" err="1" smtClean="0"/>
              <a:t>lớp</a:t>
            </a:r>
            <a:r>
              <a:rPr lang="en-US" baseline="0" dirty="0" smtClean="0"/>
              <a:t> </a:t>
            </a:r>
            <a:r>
              <a:rPr lang="en-US" dirty="0" smtClean="0"/>
              <a:t>A </a:t>
            </a:r>
            <a:r>
              <a:rPr lang="en-US" dirty="0" err="1" smtClean="0"/>
              <a:t>gởi</a:t>
            </a:r>
            <a:r>
              <a:rPr lang="en-US" baseline="0" dirty="0" smtClean="0"/>
              <a:t> </a:t>
            </a:r>
            <a:r>
              <a:rPr lang="en-US" baseline="0" dirty="0" err="1" smtClean="0"/>
              <a:t>thông</a:t>
            </a:r>
            <a:r>
              <a:rPr lang="en-US" baseline="0" dirty="0" smtClean="0"/>
              <a:t> </a:t>
            </a:r>
            <a:r>
              <a:rPr lang="en-US" baseline="0" dirty="0" err="1" smtClean="0"/>
              <a:t>điệp</a:t>
            </a:r>
            <a:r>
              <a:rPr lang="en-US" baseline="0" dirty="0" smtClean="0"/>
              <a:t> X() </a:t>
            </a:r>
            <a:r>
              <a:rPr lang="en-US" baseline="0" dirty="0" err="1" smtClean="0"/>
              <a:t>cho</a:t>
            </a:r>
            <a:r>
              <a:rPr lang="en-US" baseline="0" dirty="0" smtClean="0"/>
              <a:t> </a:t>
            </a:r>
            <a:r>
              <a:rPr lang="en-US" baseline="0" dirty="0" err="1" smtClean="0"/>
              <a:t>lớp</a:t>
            </a:r>
            <a:r>
              <a:rPr lang="en-US" baseline="0" dirty="0" smtClean="0"/>
              <a:t> B </a:t>
            </a:r>
            <a:r>
              <a:rPr lang="en-US" baseline="0" dirty="0" smtClean="0">
                <a:sym typeface="Wingdings" pitchFamily="2" charset="2"/>
              </a:rPr>
              <a:t> </a:t>
            </a:r>
            <a:r>
              <a:rPr lang="en-US" baseline="0" dirty="0" err="1" smtClean="0">
                <a:sym typeface="Wingdings" pitchFamily="2" charset="2"/>
              </a:rPr>
              <a:t>có</a:t>
            </a:r>
            <a:r>
              <a:rPr lang="en-US" baseline="0" dirty="0" smtClean="0">
                <a:sym typeface="Wingdings" pitchFamily="2" charset="2"/>
              </a:rPr>
              <a:t> 4 </a:t>
            </a:r>
            <a:r>
              <a:rPr lang="en-US" baseline="0" dirty="0" err="1" smtClean="0">
                <a:sym typeface="Wingdings" pitchFamily="2" charset="2"/>
              </a:rPr>
              <a:t>cách</a:t>
            </a:r>
            <a:r>
              <a:rPr lang="en-US" baseline="0" dirty="0" smtClean="0">
                <a:sym typeface="Wingdings" pitchFamily="2" charset="2"/>
              </a:rPr>
              <a:t> </a:t>
            </a:r>
            <a:r>
              <a:rPr lang="en-US" baseline="0" dirty="0" err="1" smtClean="0">
                <a:sym typeface="Wingdings" pitchFamily="2" charset="2"/>
              </a:rPr>
              <a:t>khai</a:t>
            </a:r>
            <a:r>
              <a:rPr lang="en-US" baseline="0" dirty="0" smtClean="0">
                <a:sym typeface="Wingdings" pitchFamily="2" charset="2"/>
              </a:rPr>
              <a:t> </a:t>
            </a:r>
            <a:r>
              <a:rPr lang="en-US" baseline="0" dirty="0" err="1" smtClean="0">
                <a:sym typeface="Wingdings" pitchFamily="2" charset="2"/>
              </a:rPr>
              <a:t>báo</a:t>
            </a:r>
            <a:endParaRPr lang="en-US" baseline="0" dirty="0" smtClean="0">
              <a:sym typeface="Wingdings" pitchFamily="2" charset="2"/>
            </a:endParaRPr>
          </a:p>
          <a:p>
            <a:pPr marL="0" indent="0">
              <a:buFont typeface="+mj-lt"/>
              <a:buNone/>
            </a:pPr>
            <a:r>
              <a:rPr lang="en-US" baseline="0" dirty="0" smtClean="0">
                <a:sym typeface="Wingdings" pitchFamily="2" charset="2"/>
              </a:rPr>
              <a:t>- b </a:t>
            </a:r>
            <a:r>
              <a:rPr lang="en-US" baseline="0" dirty="0" err="1" smtClean="0">
                <a:sym typeface="Wingdings" pitchFamily="2" charset="2"/>
              </a:rPr>
              <a:t>là</a:t>
            </a:r>
            <a:r>
              <a:rPr lang="en-US" baseline="0" dirty="0" smtClean="0">
                <a:sym typeface="Wingdings" pitchFamily="2" charset="2"/>
              </a:rPr>
              <a:t> </a:t>
            </a:r>
            <a:r>
              <a:rPr lang="en-US" baseline="0" dirty="0" err="1" smtClean="0">
                <a:sym typeface="Wingdings" pitchFamily="2" charset="2"/>
              </a:rPr>
              <a:t>thuộc</a:t>
            </a:r>
            <a:r>
              <a:rPr lang="en-US" baseline="0" dirty="0" smtClean="0">
                <a:sym typeface="Wingdings" pitchFamily="2" charset="2"/>
              </a:rPr>
              <a:t> </a:t>
            </a:r>
            <a:r>
              <a:rPr lang="en-US" baseline="0" dirty="0" err="1" smtClean="0">
                <a:sym typeface="Wingdings" pitchFamily="2" charset="2"/>
              </a:rPr>
              <a:t>tính</a:t>
            </a:r>
            <a:r>
              <a:rPr lang="en-US" baseline="0" dirty="0" smtClean="0">
                <a:sym typeface="Wingdings" pitchFamily="2" charset="2"/>
              </a:rPr>
              <a:t> </a:t>
            </a:r>
            <a:r>
              <a:rPr lang="en-US" baseline="0" dirty="0" err="1" smtClean="0">
                <a:sym typeface="Wingdings" pitchFamily="2" charset="2"/>
              </a:rPr>
              <a:t>của</a:t>
            </a:r>
            <a:r>
              <a:rPr lang="en-US" baseline="0" dirty="0" smtClean="0">
                <a:sym typeface="Wingdings" pitchFamily="2" charset="2"/>
              </a:rPr>
              <a:t> </a:t>
            </a:r>
            <a:r>
              <a:rPr lang="en-US" baseline="0" dirty="0" err="1" smtClean="0">
                <a:sym typeface="Wingdings" pitchFamily="2" charset="2"/>
              </a:rPr>
              <a:t>lớp</a:t>
            </a:r>
            <a:r>
              <a:rPr lang="en-US" baseline="0" dirty="0" smtClean="0">
                <a:sym typeface="Wingdings" pitchFamily="2" charset="2"/>
              </a:rPr>
              <a:t> A: Y(){</a:t>
            </a:r>
            <a:r>
              <a:rPr lang="en-US" baseline="0" dirty="0" err="1" smtClean="0">
                <a:sym typeface="Wingdings" pitchFamily="2" charset="2"/>
              </a:rPr>
              <a:t>b.X</a:t>
            </a:r>
            <a:r>
              <a:rPr lang="en-US" baseline="0" dirty="0" smtClean="0">
                <a:sym typeface="Wingdings" pitchFamily="2" charset="2"/>
              </a:rPr>
              <a:t>()}</a:t>
            </a:r>
            <a:endParaRPr lang="en-US" dirty="0" smtClean="0"/>
          </a:p>
          <a:p>
            <a:pPr marL="171450" indent="-171450">
              <a:buFontTx/>
              <a:buChar char="-"/>
            </a:pPr>
            <a:r>
              <a:rPr lang="en-US" baseline="0" dirty="0" smtClean="0"/>
              <a:t>b </a:t>
            </a:r>
            <a:r>
              <a:rPr lang="en-US" baseline="0" dirty="0" err="1" smtClean="0"/>
              <a:t>là</a:t>
            </a:r>
            <a:r>
              <a:rPr lang="en-US" baseline="0" dirty="0" smtClean="0"/>
              <a:t> </a:t>
            </a:r>
            <a:r>
              <a:rPr lang="en-US" baseline="0" dirty="0" err="1" smtClean="0"/>
              <a:t>tham</a:t>
            </a:r>
            <a:r>
              <a:rPr lang="en-US" baseline="0" dirty="0" smtClean="0"/>
              <a:t> </a:t>
            </a:r>
            <a:r>
              <a:rPr lang="en-US" baseline="0" dirty="0" err="1" smtClean="0"/>
              <a:t>số</a:t>
            </a:r>
            <a:r>
              <a:rPr lang="en-US" baseline="0" dirty="0" smtClean="0"/>
              <a:t> </a:t>
            </a:r>
            <a:r>
              <a:rPr lang="en-US" baseline="0" dirty="0" err="1" smtClean="0"/>
              <a:t>của</a:t>
            </a:r>
            <a:r>
              <a:rPr lang="en-US" baseline="0" dirty="0" smtClean="0"/>
              <a:t> </a:t>
            </a:r>
            <a:r>
              <a:rPr lang="en-US" baseline="0" dirty="0" err="1" smtClean="0"/>
              <a:t>hàm</a:t>
            </a:r>
            <a:r>
              <a:rPr lang="en-US" baseline="0" dirty="0" smtClean="0"/>
              <a:t> Y() </a:t>
            </a:r>
            <a:r>
              <a:rPr lang="en-US" baseline="0" dirty="0" err="1" smtClean="0"/>
              <a:t>gọi</a:t>
            </a:r>
            <a:r>
              <a:rPr lang="en-US" baseline="0" dirty="0" smtClean="0"/>
              <a:t> X: Y(B b){</a:t>
            </a:r>
            <a:r>
              <a:rPr lang="en-US" baseline="0" dirty="0" err="1" smtClean="0"/>
              <a:t>b.X</a:t>
            </a:r>
            <a:r>
              <a:rPr lang="en-US" baseline="0" dirty="0" smtClean="0"/>
              <a:t>()}</a:t>
            </a:r>
          </a:p>
          <a:p>
            <a:pPr marL="171450" indent="-171450">
              <a:buFontTx/>
              <a:buChar char="-"/>
            </a:pPr>
            <a:r>
              <a:rPr lang="en-US" baseline="0" dirty="0" smtClean="0"/>
              <a:t>b </a:t>
            </a:r>
            <a:r>
              <a:rPr lang="en-US" baseline="0" dirty="0" err="1" smtClean="0"/>
              <a:t>là</a:t>
            </a:r>
            <a:r>
              <a:rPr lang="en-US" baseline="0" dirty="0" smtClean="0"/>
              <a:t> </a:t>
            </a:r>
            <a:r>
              <a:rPr lang="en-US" baseline="0" dirty="0" err="1" smtClean="0"/>
              <a:t>biến</a:t>
            </a:r>
            <a:r>
              <a:rPr lang="en-US" baseline="0" dirty="0" smtClean="0"/>
              <a:t> local </a:t>
            </a:r>
            <a:r>
              <a:rPr lang="en-US" baseline="0" dirty="0" err="1" smtClean="0"/>
              <a:t>của</a:t>
            </a:r>
            <a:r>
              <a:rPr lang="en-US" baseline="0" dirty="0" smtClean="0"/>
              <a:t> Y(){B </a:t>
            </a:r>
            <a:r>
              <a:rPr lang="en-US" baseline="0" dirty="0" err="1" smtClean="0"/>
              <a:t>b</a:t>
            </a:r>
            <a:r>
              <a:rPr lang="en-US" baseline="0" dirty="0" smtClean="0"/>
              <a:t>; </a:t>
            </a:r>
            <a:r>
              <a:rPr lang="en-US" baseline="0" dirty="0" err="1" smtClean="0"/>
              <a:t>b.X</a:t>
            </a:r>
            <a:r>
              <a:rPr lang="en-US" baseline="0" dirty="0" smtClean="0"/>
              <a:t>()}</a:t>
            </a:r>
          </a:p>
          <a:p>
            <a:pPr marL="171450" indent="-171450">
              <a:buFontTx/>
              <a:buChar char="-"/>
            </a:pPr>
            <a:r>
              <a:rPr lang="en-US" baseline="0" dirty="0" smtClean="0"/>
              <a:t>global</a:t>
            </a:r>
          </a:p>
          <a:p>
            <a:pPr marL="171450" indent="-171450">
              <a:buFontTx/>
              <a:buChar char="-"/>
            </a:pPr>
            <a:endParaRPr lang="en-US" dirty="0" smtClean="0"/>
          </a:p>
          <a:p>
            <a:pPr marL="514350" indent="-514350">
              <a:buFont typeface="+mj-lt"/>
              <a:buAutoNum type="arabicPeriod"/>
            </a:pPr>
            <a:r>
              <a:rPr lang="vi-VN" dirty="0" smtClean="0"/>
              <a:t>Liệt kê tên các software class: Sale, Register, ProductCatalog,...</a:t>
            </a:r>
          </a:p>
          <a:p>
            <a:pPr marL="514350" indent="-514350">
              <a:buFont typeface="+mj-lt"/>
              <a:buAutoNum type="arabicPeriod"/>
            </a:pPr>
            <a:r>
              <a:rPr lang="vi-VN" dirty="0" smtClean="0"/>
              <a:t>Vẽ class diagram </a:t>
            </a:r>
          </a:p>
          <a:p>
            <a:pPr marL="514350" indent="-514350">
              <a:buFont typeface="+mj-lt"/>
              <a:buAutoNum type="arabicPeriod"/>
            </a:pPr>
            <a:r>
              <a:rPr lang="vi-VN" dirty="0" smtClean="0"/>
              <a:t>Thêm các thuộc tính</a:t>
            </a:r>
          </a:p>
          <a:p>
            <a:pPr marL="514350" indent="-514350">
              <a:buFont typeface="+mj-lt"/>
              <a:buAutoNum type="arabicPeriod"/>
            </a:pPr>
            <a:r>
              <a:rPr lang="vi-VN" dirty="0" smtClean="0"/>
              <a:t>Thêm các phương thức</a:t>
            </a:r>
          </a:p>
          <a:p>
            <a:pPr marL="514350" indent="-514350">
              <a:buFont typeface="+mj-lt"/>
              <a:buAutoNum type="arabicPeriod"/>
            </a:pPr>
            <a:r>
              <a:rPr lang="vi-VN" dirty="0" smtClean="0"/>
              <a:t>Thêm các quan hệ (Associations)</a:t>
            </a:r>
          </a:p>
          <a:p>
            <a:endParaRPr lang="en-US" dirty="0"/>
          </a:p>
        </p:txBody>
      </p:sp>
      <p:sp>
        <p:nvSpPr>
          <p:cNvPr id="4" name="Slide Number Placeholder 3"/>
          <p:cNvSpPr>
            <a:spLocks noGrp="1"/>
          </p:cNvSpPr>
          <p:nvPr>
            <p:ph type="sldNum" sz="quarter" idx="10"/>
          </p:nvPr>
        </p:nvSpPr>
        <p:spPr/>
        <p:txBody>
          <a:bodyPr/>
          <a:lstStyle/>
          <a:p>
            <a:fld id="{7DA348ED-14C6-42EB-8AB6-3B33A93ADC0A}" type="slidenum">
              <a:rPr lang="en-US" smtClean="0"/>
              <a:t>2</a:t>
            </a:fld>
            <a:endParaRPr lang="en-US"/>
          </a:p>
        </p:txBody>
      </p:sp>
    </p:spTree>
    <p:extLst>
      <p:ext uri="{BB962C8B-B14F-4D97-AF65-F5344CB8AC3E}">
        <p14:creationId xmlns:p14="http://schemas.microsoft.com/office/powerpoint/2010/main" val="3248341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Viết</a:t>
            </a:r>
            <a:r>
              <a:rPr lang="en-US" baseline="0" dirty="0" smtClean="0"/>
              <a:t> code </a:t>
            </a:r>
            <a:r>
              <a:rPr lang="en-US" baseline="0" dirty="0" err="1" smtClean="0"/>
              <a:t>hoặc</a:t>
            </a:r>
            <a:r>
              <a:rPr lang="en-US" baseline="0" dirty="0" smtClean="0"/>
              <a:t> </a:t>
            </a:r>
            <a:r>
              <a:rPr lang="en-US" baseline="0" dirty="0" err="1" smtClean="0"/>
              <a:t>phát</a:t>
            </a:r>
            <a:r>
              <a:rPr lang="en-US" baseline="0" dirty="0" smtClean="0"/>
              <a:t> </a:t>
            </a:r>
            <a:r>
              <a:rPr lang="en-US" baseline="0" dirty="0" err="1" smtClean="0"/>
              <a:t>sinh</a:t>
            </a:r>
            <a:r>
              <a:rPr lang="en-US" baseline="0" dirty="0" smtClean="0"/>
              <a:t> code </a:t>
            </a:r>
            <a:r>
              <a:rPr lang="en-US" baseline="0" dirty="0" err="1" smtClean="0"/>
              <a:t>tự</a:t>
            </a:r>
            <a:r>
              <a:rPr lang="en-US" baseline="0" dirty="0" smtClean="0"/>
              <a:t> </a:t>
            </a:r>
            <a:r>
              <a:rPr lang="en-US" baseline="0" dirty="0" err="1" smtClean="0"/>
              <a:t>động</a:t>
            </a:r>
            <a:endParaRPr lang="en-US" dirty="0"/>
          </a:p>
        </p:txBody>
      </p:sp>
      <p:sp>
        <p:nvSpPr>
          <p:cNvPr id="4" name="Slide Number Placeholder 3"/>
          <p:cNvSpPr>
            <a:spLocks noGrp="1"/>
          </p:cNvSpPr>
          <p:nvPr>
            <p:ph type="sldNum" sz="quarter" idx="10"/>
          </p:nvPr>
        </p:nvSpPr>
        <p:spPr/>
        <p:txBody>
          <a:bodyPr/>
          <a:lstStyle/>
          <a:p>
            <a:fld id="{7DA348ED-14C6-42EB-8AB6-3B33A93ADC0A}" type="slidenum">
              <a:rPr lang="en-US" smtClean="0"/>
              <a:t>3</a:t>
            </a:fld>
            <a:endParaRPr lang="en-US"/>
          </a:p>
        </p:txBody>
      </p:sp>
    </p:spTree>
    <p:extLst>
      <p:ext uri="{BB962C8B-B14F-4D97-AF65-F5344CB8AC3E}">
        <p14:creationId xmlns:p14="http://schemas.microsoft.com/office/powerpoint/2010/main" val="4093295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solidFill>
                  <a:srgbClr val="FF0000"/>
                </a:solidFill>
              </a:rPr>
              <a:t>description</a:t>
            </a:r>
            <a:r>
              <a:rPr lang="en-US" b="1" dirty="0" smtClean="0">
                <a:solidFill>
                  <a:srgbClr val="FF0000"/>
                </a:solidFill>
              </a:rPr>
              <a:t>: </a:t>
            </a:r>
            <a:r>
              <a:rPr lang="en-US" sz="1200" b="1" kern="1200" dirty="0" smtClean="0">
                <a:solidFill>
                  <a:srgbClr val="FF0000"/>
                </a:solidFill>
                <a:effectLst/>
                <a:latin typeface="+mn-lt"/>
                <a:ea typeface="+mn-ea"/>
                <a:cs typeface="+mn-cs"/>
              </a:rPr>
              <a:t>Reference Attributes</a:t>
            </a:r>
          </a:p>
          <a:p>
            <a:endParaRPr lang="en-US" dirty="0" smtClean="0"/>
          </a:p>
          <a:p>
            <a:r>
              <a:rPr lang="en-US" dirty="0" smtClean="0"/>
              <a:t>Note the addition in the source code of the Java constructor </a:t>
            </a:r>
            <a:r>
              <a:rPr lang="en-US" dirty="0" err="1" smtClean="0"/>
              <a:t>SalesLineItem</a:t>
            </a:r>
            <a:r>
              <a:rPr lang="en-US" dirty="0" smtClean="0"/>
              <a:t>(…). It is derived from the create(</a:t>
            </a:r>
            <a:r>
              <a:rPr lang="en-US" dirty="0" err="1" smtClean="0"/>
              <a:t>desc</a:t>
            </a:r>
            <a:r>
              <a:rPr lang="en-US" dirty="0" smtClean="0"/>
              <a:t>, </a:t>
            </a:r>
            <a:r>
              <a:rPr lang="en-US" dirty="0" err="1" smtClean="0"/>
              <a:t>qty</a:t>
            </a:r>
            <a:r>
              <a:rPr lang="en-US" dirty="0" smtClean="0"/>
              <a:t>) message sent to a </a:t>
            </a:r>
            <a:r>
              <a:rPr lang="en-US" dirty="0" err="1" smtClean="0"/>
              <a:t>SalesLineItem</a:t>
            </a:r>
            <a:r>
              <a:rPr lang="en-US" dirty="0" smtClean="0"/>
              <a:t> in the </a:t>
            </a:r>
            <a:r>
              <a:rPr lang="en-US" dirty="0" err="1" smtClean="0"/>
              <a:t>enterItem</a:t>
            </a:r>
            <a:r>
              <a:rPr lang="en-US" dirty="0" smtClean="0"/>
              <a:t> interaction diagram. This indicates, in Java, that a constructor supporting these parameters is required</a:t>
            </a:r>
            <a:endParaRPr lang="vi-VN" dirty="0"/>
          </a:p>
        </p:txBody>
      </p:sp>
      <p:sp>
        <p:nvSpPr>
          <p:cNvPr id="4" name="Slide Number Placeholder 3"/>
          <p:cNvSpPr>
            <a:spLocks noGrp="1"/>
          </p:cNvSpPr>
          <p:nvPr>
            <p:ph type="sldNum" sz="quarter" idx="10"/>
          </p:nvPr>
        </p:nvSpPr>
        <p:spPr/>
        <p:txBody>
          <a:bodyPr/>
          <a:lstStyle/>
          <a:p>
            <a:pPr>
              <a:defRPr/>
            </a:pPr>
            <a:fld id="{4876528D-04A2-474E-9CC6-941A0AB8968C}" type="slidenum">
              <a:rPr lang="vi-VN" smtClean="0"/>
              <a:pPr>
                <a:defRPr/>
              </a:pPr>
              <a:t>4</a:t>
            </a:fld>
            <a:endParaRPr lang="vi-VN"/>
          </a:p>
        </p:txBody>
      </p:sp>
    </p:spTree>
    <p:extLst>
      <p:ext uri="{BB962C8B-B14F-4D97-AF65-F5344CB8AC3E}">
        <p14:creationId xmlns:p14="http://schemas.microsoft.com/office/powerpoint/2010/main" val="3011169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Vẽ lại bằng lược đồ trình tự?</a:t>
            </a:r>
          </a:p>
        </p:txBody>
      </p:sp>
      <p:sp>
        <p:nvSpPr>
          <p:cNvPr id="4" name="Slide Number Placeholder 3"/>
          <p:cNvSpPr>
            <a:spLocks noGrp="1"/>
          </p:cNvSpPr>
          <p:nvPr>
            <p:ph type="sldNum" sz="quarter" idx="10"/>
          </p:nvPr>
        </p:nvSpPr>
        <p:spPr/>
        <p:txBody>
          <a:bodyPr/>
          <a:lstStyle/>
          <a:p>
            <a:fld id="{7DA348ED-14C6-42EB-8AB6-3B33A93ADC0A}" type="slidenum">
              <a:rPr lang="en-US" smtClean="0"/>
              <a:t>8</a:t>
            </a:fld>
            <a:endParaRPr lang="en-US"/>
          </a:p>
        </p:txBody>
      </p:sp>
    </p:spTree>
    <p:extLst>
      <p:ext uri="{BB962C8B-B14F-4D97-AF65-F5344CB8AC3E}">
        <p14:creationId xmlns:p14="http://schemas.microsoft.com/office/powerpoint/2010/main" val="52149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Thực</a:t>
            </a:r>
            <a:r>
              <a:rPr lang="en-US" baseline="0" smtClean="0"/>
              <a:t> hiện câu 1 và 3 trước, sau đó mới thực hiện câu 2</a:t>
            </a:r>
          </a:p>
          <a:p>
            <a:r>
              <a:rPr lang="en-US" sz="1200" kern="1200" smtClean="0">
                <a:solidFill>
                  <a:schemeClr val="tx1"/>
                </a:solidFill>
                <a:latin typeface="+mn-lt"/>
                <a:ea typeface="+mn-ea"/>
                <a:cs typeface="+mn-cs"/>
              </a:rPr>
              <a:t>class Nguoi</a:t>
            </a:r>
          </a:p>
          <a:p>
            <a:r>
              <a:rPr lang="en-US" sz="1200" kern="1200" smtClean="0">
                <a:solidFill>
                  <a:schemeClr val="tx1"/>
                </a:solidFill>
                <a:latin typeface="+mn-lt"/>
                <a:ea typeface="+mn-ea"/>
                <a:cs typeface="+mn-cs"/>
              </a:rPr>
              <a:t>{</a:t>
            </a:r>
          </a:p>
          <a:p>
            <a:r>
              <a:rPr lang="en-US" sz="1200" kern="1200" smtClean="0">
                <a:solidFill>
                  <a:schemeClr val="tx1"/>
                </a:solidFill>
                <a:latin typeface="+mn-lt"/>
                <a:ea typeface="+mn-ea"/>
                <a:cs typeface="+mn-cs"/>
              </a:rPr>
              <a:t>    string hoten;  string sodt;</a:t>
            </a:r>
          </a:p>
          <a:p>
            <a:r>
              <a:rPr lang="en-US" sz="1200" kern="1200" smtClean="0">
                <a:solidFill>
                  <a:schemeClr val="tx1"/>
                </a:solidFill>
                <a:latin typeface="+mn-lt"/>
                <a:ea typeface="+mn-ea"/>
                <a:cs typeface="+mn-cs"/>
              </a:rPr>
              <a:t>    public Nguoi(string ht,  string s) { sodt = s; hoten = ht; }</a:t>
            </a:r>
          </a:p>
          <a:p>
            <a:r>
              <a:rPr lang="en-US" sz="1200" kern="1200" smtClean="0">
                <a:solidFill>
                  <a:schemeClr val="tx1"/>
                </a:solidFill>
                <a:latin typeface="+mn-lt"/>
                <a:ea typeface="+mn-ea"/>
                <a:cs typeface="+mn-cs"/>
              </a:rPr>
              <a:t>}</a:t>
            </a:r>
          </a:p>
          <a:p>
            <a:r>
              <a:rPr lang="en-US" sz="1200" kern="1200" smtClean="0">
                <a:solidFill>
                  <a:schemeClr val="tx1"/>
                </a:solidFill>
                <a:latin typeface="+mn-lt"/>
                <a:ea typeface="+mn-ea"/>
                <a:cs typeface="+mn-cs"/>
              </a:rPr>
              <a:t>class TapThe</a:t>
            </a:r>
          </a:p>
          <a:p>
            <a:r>
              <a:rPr lang="en-US" sz="1200" kern="1200" smtClean="0">
                <a:solidFill>
                  <a:schemeClr val="tx1"/>
                </a:solidFill>
                <a:latin typeface="+mn-lt"/>
                <a:ea typeface="+mn-ea"/>
                <a:cs typeface="+mn-cs"/>
              </a:rPr>
              <a:t>{</a:t>
            </a:r>
          </a:p>
          <a:p>
            <a:r>
              <a:rPr lang="en-US" sz="1200" kern="1200" smtClean="0">
                <a:solidFill>
                  <a:schemeClr val="tx1"/>
                </a:solidFill>
                <a:latin typeface="+mn-lt"/>
                <a:ea typeface="+mn-ea"/>
                <a:cs typeface="+mn-cs"/>
              </a:rPr>
              <a:t>    List&lt;Nguoi&gt; danhsach = new List&lt;Nguoi&gt;();</a:t>
            </a:r>
          </a:p>
          <a:p>
            <a:r>
              <a:rPr lang="en-US" sz="1200" kern="1200" smtClean="0">
                <a:solidFill>
                  <a:schemeClr val="tx1"/>
                </a:solidFill>
                <a:latin typeface="+mn-lt"/>
                <a:ea typeface="+mn-ea"/>
                <a:cs typeface="+mn-cs"/>
              </a:rPr>
              <a:t>    public void TaoTapThe(int N)</a:t>
            </a:r>
          </a:p>
          <a:p>
            <a:r>
              <a:rPr lang="en-US" sz="1200" kern="1200" smtClean="0">
                <a:solidFill>
                  <a:schemeClr val="tx1"/>
                </a:solidFill>
                <a:latin typeface="+mn-lt"/>
                <a:ea typeface="+mn-ea"/>
                <a:cs typeface="+mn-cs"/>
              </a:rPr>
              <a:t>    {</a:t>
            </a:r>
          </a:p>
          <a:p>
            <a:r>
              <a:rPr lang="nn-NO" sz="1200" kern="1200" smtClean="0">
                <a:solidFill>
                  <a:schemeClr val="tx1"/>
                </a:solidFill>
                <a:latin typeface="+mn-lt"/>
                <a:ea typeface="+mn-ea"/>
                <a:cs typeface="+mn-cs"/>
              </a:rPr>
              <a:t>        for (int i = 0; i &lt; N; i++)</a:t>
            </a:r>
          </a:p>
          <a:p>
            <a:r>
              <a:rPr lang="en-US" sz="1200" kern="1200" smtClean="0">
                <a:solidFill>
                  <a:schemeClr val="tx1"/>
                </a:solidFill>
                <a:latin typeface="+mn-lt"/>
                <a:ea typeface="+mn-ea"/>
                <a:cs typeface="+mn-cs"/>
              </a:rPr>
              <a:t>        {</a:t>
            </a:r>
          </a:p>
          <a:p>
            <a:r>
              <a:rPr lang="nn-NO" sz="1200" kern="1200" smtClean="0">
                <a:solidFill>
                  <a:schemeClr val="tx1"/>
                </a:solidFill>
                <a:latin typeface="+mn-lt"/>
                <a:ea typeface="+mn-ea"/>
                <a:cs typeface="+mn-cs"/>
              </a:rPr>
              <a:t>            danhsach.Add(new Nguoi("hoten i", "so dt i"));</a:t>
            </a:r>
          </a:p>
          <a:p>
            <a:r>
              <a:rPr lang="en-US" sz="1200" kern="1200" smtClean="0">
                <a:solidFill>
                  <a:schemeClr val="tx1"/>
                </a:solidFill>
                <a:latin typeface="+mn-lt"/>
                <a:ea typeface="+mn-ea"/>
                <a:cs typeface="+mn-cs"/>
              </a:rPr>
              <a:t>        }</a:t>
            </a:r>
          </a:p>
          <a:p>
            <a:r>
              <a:rPr lang="en-US" sz="1200" kern="1200" smtClean="0">
                <a:solidFill>
                  <a:schemeClr val="tx1"/>
                </a:solidFill>
                <a:latin typeface="+mn-lt"/>
                <a:ea typeface="+mn-ea"/>
                <a:cs typeface="+mn-cs"/>
              </a:rPr>
              <a:t>    }</a:t>
            </a:r>
          </a:p>
          <a:p>
            <a:r>
              <a:rPr lang="en-US" sz="1200" kern="1200" smtClean="0">
                <a:solidFill>
                  <a:schemeClr val="tx1"/>
                </a:solidFill>
                <a:latin typeface="+mn-lt"/>
                <a:ea typeface="+mn-ea"/>
                <a:cs typeface="+mn-cs"/>
              </a:rPr>
              <a:t>}</a:t>
            </a:r>
            <a:endParaRPr lang="en-US"/>
          </a:p>
        </p:txBody>
      </p:sp>
      <p:sp>
        <p:nvSpPr>
          <p:cNvPr id="4" name="Slide Number Placeholder 3"/>
          <p:cNvSpPr>
            <a:spLocks noGrp="1"/>
          </p:cNvSpPr>
          <p:nvPr>
            <p:ph type="sldNum" sz="quarter" idx="10"/>
          </p:nvPr>
        </p:nvSpPr>
        <p:spPr/>
        <p:txBody>
          <a:bodyPr/>
          <a:lstStyle/>
          <a:p>
            <a:fld id="{7DA348ED-14C6-42EB-8AB6-3B33A93ADC0A}" type="slidenum">
              <a:rPr lang="en-US" smtClean="0"/>
              <a:t>9</a:t>
            </a:fld>
            <a:endParaRPr lang="en-US"/>
          </a:p>
        </p:txBody>
      </p:sp>
    </p:spTree>
    <p:extLst>
      <p:ext uri="{BB962C8B-B14F-4D97-AF65-F5344CB8AC3E}">
        <p14:creationId xmlns:p14="http://schemas.microsoft.com/office/powerpoint/2010/main" val="33830299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Classes need to be implemented (and ideally, fully unit tested) from least-coupled to most-coupled :</a:t>
            </a:r>
          </a:p>
          <a:p>
            <a:r>
              <a:rPr lang="en-US" dirty="0" smtClean="0"/>
              <a:t>- possible first classes to implement are either </a:t>
            </a:r>
            <a:r>
              <a:rPr lang="en-US" b="1" dirty="0" smtClean="0"/>
              <a:t>Payment</a:t>
            </a:r>
            <a:r>
              <a:rPr lang="en-US" dirty="0" smtClean="0"/>
              <a:t> or </a:t>
            </a:r>
            <a:r>
              <a:rPr lang="en-US" b="1" dirty="0" err="1" smtClean="0"/>
              <a:t>ProductDescription</a:t>
            </a:r>
            <a:r>
              <a:rPr lang="en-US" dirty="0" smtClean="0"/>
              <a:t>; </a:t>
            </a:r>
          </a:p>
          <a:p>
            <a:r>
              <a:rPr lang="en-US" dirty="0" smtClean="0"/>
              <a:t>- next are classes only dependent on the prior implementations </a:t>
            </a:r>
            <a:r>
              <a:rPr lang="en-US" b="1" dirty="0" err="1" smtClean="0"/>
              <a:t>ProductCatalog</a:t>
            </a:r>
            <a:r>
              <a:rPr lang="en-US" dirty="0" smtClean="0"/>
              <a:t> or </a:t>
            </a:r>
            <a:r>
              <a:rPr lang="en-US" b="1" dirty="0" err="1" smtClean="0"/>
              <a:t>SalesLineItem</a:t>
            </a:r>
            <a:r>
              <a:rPr lang="en-US" dirty="0" smtClean="0"/>
              <a:t>.</a:t>
            </a:r>
            <a:endParaRPr lang="vi-VN" dirty="0"/>
          </a:p>
        </p:txBody>
      </p:sp>
      <p:sp>
        <p:nvSpPr>
          <p:cNvPr id="4" name="Slide Number Placeholder 3"/>
          <p:cNvSpPr>
            <a:spLocks noGrp="1"/>
          </p:cNvSpPr>
          <p:nvPr>
            <p:ph type="sldNum" sz="quarter" idx="10"/>
          </p:nvPr>
        </p:nvSpPr>
        <p:spPr/>
        <p:txBody>
          <a:bodyPr/>
          <a:lstStyle/>
          <a:p>
            <a:pPr>
              <a:defRPr/>
            </a:pPr>
            <a:fld id="{4876528D-04A2-474E-9CC6-941A0AB8968C}" type="slidenum">
              <a:rPr lang="vi-VN" smtClean="0"/>
              <a:pPr>
                <a:defRPr/>
              </a:pPr>
              <a:t>10</a:t>
            </a:fld>
            <a:endParaRPr lang="vi-VN"/>
          </a:p>
        </p:txBody>
      </p:sp>
    </p:spTree>
    <p:extLst>
      <p:ext uri="{BB962C8B-B14F-4D97-AF65-F5344CB8AC3E}">
        <p14:creationId xmlns:p14="http://schemas.microsoft.com/office/powerpoint/2010/main" val="2163854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Deviation: </a:t>
            </a:r>
            <a:r>
              <a:rPr lang="en-US" dirty="0" err="1" smtClean="0"/>
              <a:t>độ</a:t>
            </a:r>
            <a:r>
              <a:rPr lang="en-US" baseline="0" dirty="0" smtClean="0"/>
              <a:t> </a:t>
            </a:r>
            <a:r>
              <a:rPr lang="en-US" baseline="0" dirty="0" err="1" smtClean="0"/>
              <a:t>lệch</a:t>
            </a:r>
            <a:endParaRPr lang="en-US" baseline="0" dirty="0" smtClean="0"/>
          </a:p>
          <a:p>
            <a:r>
              <a:rPr lang="vi-VN" dirty="0" smtClean="0"/>
              <a:t>Thực tế, kết quả tạo ra trong mô hình thiết kế là một bước đầu tiên không đầy đủ; trong lập trình và thử nghiệm, rất nhiều thay đổi sẽ được thực hiện và các vấn đề chi tiết sẽ được phát hiện và giải quyết.</a:t>
            </a:r>
            <a:endParaRPr lang="en-US" dirty="0"/>
          </a:p>
        </p:txBody>
      </p:sp>
      <p:sp>
        <p:nvSpPr>
          <p:cNvPr id="4" name="Slide Number Placeholder 3"/>
          <p:cNvSpPr>
            <a:spLocks noGrp="1"/>
          </p:cNvSpPr>
          <p:nvPr>
            <p:ph type="sldNum" sz="quarter" idx="10"/>
          </p:nvPr>
        </p:nvSpPr>
        <p:spPr/>
        <p:txBody>
          <a:bodyPr/>
          <a:lstStyle/>
          <a:p>
            <a:fld id="{7DA348ED-14C6-42EB-8AB6-3B33A93ADC0A}" type="slidenum">
              <a:rPr lang="en-US" smtClean="0"/>
              <a:t>12</a:t>
            </a:fld>
            <a:endParaRPr lang="en-US"/>
          </a:p>
        </p:txBody>
      </p:sp>
    </p:spTree>
    <p:extLst>
      <p:ext uri="{BB962C8B-B14F-4D97-AF65-F5344CB8AC3E}">
        <p14:creationId xmlns:p14="http://schemas.microsoft.com/office/powerpoint/2010/main" val="3244263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normAutofit/>
          </a:bodyPr>
          <a:lstStyle>
            <a:lvl1pPr algn="l">
              <a:defRPr sz="5400" b="0" cap="none"/>
            </a:lvl1pPr>
          </a:lstStyle>
          <a:p>
            <a:r>
              <a:rPr lang="en-US" dirty="0" smtClean="0"/>
              <a:t>Click to edit Master title style</a:t>
            </a:r>
            <a:endParaRPr lang="en-US" dirty="0"/>
          </a:p>
        </p:txBody>
      </p:sp>
      <p:sp>
        <p:nvSpPr>
          <p:cNvPr id="3" name="Text Placeholder 2"/>
          <p:cNvSpPr>
            <a:spLocks noGrp="1"/>
          </p:cNvSpPr>
          <p:nvPr>
            <p:ph type="body" idx="1"/>
          </p:nvPr>
        </p:nvSpPr>
        <p:spPr>
          <a:xfrm>
            <a:off x="2589212" y="3770769"/>
            <a:ext cx="8915399" cy="860400"/>
          </a:xfrm>
        </p:spPr>
        <p:txBody>
          <a:bodyPr anchor="t">
            <a:normAutofit/>
          </a:bodyPr>
          <a:lstStyle>
            <a:lvl1pPr marL="0" indent="0" algn="ctr">
              <a:buNone/>
              <a:defRPr sz="3200" b="1">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smtClean="0"/>
              <a:t>Click to edit Master text styles</a:t>
            </a:r>
          </a:p>
        </p:txBody>
      </p:sp>
      <p:sp>
        <p:nvSpPr>
          <p:cNvPr id="7" name="Freeform 11"/>
          <p:cNvSpPr>
            <a:spLocks/>
          </p:cNvSpPr>
          <p:nvPr userDrawn="1"/>
        </p:nvSpPr>
        <p:spPr bwMode="auto">
          <a:xfrm flipV="1">
            <a:off x="11008895" y="6196262"/>
            <a:ext cx="633827" cy="348917"/>
          </a:xfrm>
          <a:custGeom>
            <a:avLst/>
            <a:gdLst>
              <a:gd name="T0" fmla="*/ 365 w 367"/>
              <a:gd name="T1" fmla="*/ 50 h 106"/>
              <a:gd name="T2" fmla="*/ 317 w 367"/>
              <a:gd name="T3" fmla="*/ 2 h 106"/>
              <a:gd name="T4" fmla="*/ 316 w 367"/>
              <a:gd name="T5" fmla="*/ 1 h 106"/>
              <a:gd name="T6" fmla="*/ 313 w 367"/>
              <a:gd name="T7" fmla="*/ 0 h 106"/>
              <a:gd name="T8" fmla="*/ 294 w 367"/>
              <a:gd name="T9" fmla="*/ 0 h 106"/>
              <a:gd name="T10" fmla="*/ 5 w 367"/>
              <a:gd name="T11" fmla="*/ 0 h 106"/>
              <a:gd name="T12" fmla="*/ 0 w 367"/>
              <a:gd name="T13" fmla="*/ 0 h 106"/>
              <a:gd name="T14" fmla="*/ 0 w 367"/>
              <a:gd name="T15" fmla="*/ 5 h 106"/>
              <a:gd name="T16" fmla="*/ 0 w 367"/>
              <a:gd name="T17" fmla="*/ 100 h 106"/>
              <a:gd name="T18" fmla="*/ 0 w 367"/>
              <a:gd name="T19" fmla="*/ 106 h 106"/>
              <a:gd name="T20" fmla="*/ 5 w 367"/>
              <a:gd name="T21" fmla="*/ 106 h 106"/>
              <a:gd name="T22" fmla="*/ 294 w 367"/>
              <a:gd name="T23" fmla="*/ 106 h 106"/>
              <a:gd name="T24" fmla="*/ 313 w 367"/>
              <a:gd name="T25" fmla="*/ 106 h 106"/>
              <a:gd name="T26" fmla="*/ 316 w 367"/>
              <a:gd name="T27" fmla="*/ 105 h 106"/>
              <a:gd name="T28" fmla="*/ 317 w 367"/>
              <a:gd name="T29" fmla="*/ 104 h 106"/>
              <a:gd name="T30" fmla="*/ 365 w 367"/>
              <a:gd name="T31" fmla="*/ 56 h 106"/>
              <a:gd name="T32" fmla="*/ 365 w 367"/>
              <a:gd name="T33" fmla="*/ 50 h 106"/>
              <a:gd name="connsiteX0" fmla="*/ 9946 w 9946"/>
              <a:gd name="connsiteY0" fmla="*/ 4717 h 10000"/>
              <a:gd name="connsiteX1" fmla="*/ 8638 w 9946"/>
              <a:gd name="connsiteY1" fmla="*/ 189 h 10000"/>
              <a:gd name="connsiteX2" fmla="*/ 8610 w 9946"/>
              <a:gd name="connsiteY2" fmla="*/ 94 h 10000"/>
              <a:gd name="connsiteX3" fmla="*/ 8529 w 9946"/>
              <a:gd name="connsiteY3" fmla="*/ 0 h 10000"/>
              <a:gd name="connsiteX4" fmla="*/ 8011 w 9946"/>
              <a:gd name="connsiteY4" fmla="*/ 0 h 10000"/>
              <a:gd name="connsiteX5" fmla="*/ 874 w 9946"/>
              <a:gd name="connsiteY5" fmla="*/ 70 h 10000"/>
              <a:gd name="connsiteX6" fmla="*/ 136 w 9946"/>
              <a:gd name="connsiteY6" fmla="*/ 0 h 10000"/>
              <a:gd name="connsiteX7" fmla="*/ 0 w 9946"/>
              <a:gd name="connsiteY7" fmla="*/ 0 h 10000"/>
              <a:gd name="connsiteX8" fmla="*/ 0 w 9946"/>
              <a:gd name="connsiteY8" fmla="*/ 472 h 10000"/>
              <a:gd name="connsiteX9" fmla="*/ 0 w 9946"/>
              <a:gd name="connsiteY9" fmla="*/ 9434 h 10000"/>
              <a:gd name="connsiteX10" fmla="*/ 0 w 9946"/>
              <a:gd name="connsiteY10" fmla="*/ 10000 h 10000"/>
              <a:gd name="connsiteX11" fmla="*/ 136 w 9946"/>
              <a:gd name="connsiteY11" fmla="*/ 10000 h 10000"/>
              <a:gd name="connsiteX12" fmla="*/ 8011 w 9946"/>
              <a:gd name="connsiteY12" fmla="*/ 10000 h 10000"/>
              <a:gd name="connsiteX13" fmla="*/ 8529 w 9946"/>
              <a:gd name="connsiteY13" fmla="*/ 10000 h 10000"/>
              <a:gd name="connsiteX14" fmla="*/ 8610 w 9946"/>
              <a:gd name="connsiteY14" fmla="*/ 9906 h 10000"/>
              <a:gd name="connsiteX15" fmla="*/ 8638 w 9946"/>
              <a:gd name="connsiteY15" fmla="*/ 9811 h 10000"/>
              <a:gd name="connsiteX16" fmla="*/ 9946 w 9946"/>
              <a:gd name="connsiteY16" fmla="*/ 5283 h 10000"/>
              <a:gd name="connsiteX17" fmla="*/ 9946 w 9946"/>
              <a:gd name="connsiteY17" fmla="*/ 4717 h 10000"/>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0 w 10000"/>
              <a:gd name="connsiteY10" fmla="*/ 10000 h 10034"/>
              <a:gd name="connsiteX11" fmla="*/ 137 w 10000"/>
              <a:gd name="connsiteY11" fmla="*/ 10000 h 10034"/>
              <a:gd name="connsiteX12" fmla="*/ 903 w 10000"/>
              <a:gd name="connsiteY12" fmla="*/ 10034 h 10034"/>
              <a:gd name="connsiteX13" fmla="*/ 8054 w 10000"/>
              <a:gd name="connsiteY13" fmla="*/ 10000 h 10034"/>
              <a:gd name="connsiteX14" fmla="*/ 8575 w 10000"/>
              <a:gd name="connsiteY14" fmla="*/ 10000 h 10034"/>
              <a:gd name="connsiteX15" fmla="*/ 8657 w 10000"/>
              <a:gd name="connsiteY15" fmla="*/ 9906 h 10034"/>
              <a:gd name="connsiteX16" fmla="*/ 8685 w 10000"/>
              <a:gd name="connsiteY16" fmla="*/ 9811 h 10034"/>
              <a:gd name="connsiteX17" fmla="*/ 10000 w 10000"/>
              <a:gd name="connsiteY17" fmla="*/ 5283 h 10034"/>
              <a:gd name="connsiteX18" fmla="*/ 10000 w 10000"/>
              <a:gd name="connsiteY18"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0 w 10000"/>
              <a:gd name="connsiteY10" fmla="*/ 10000 h 10034"/>
              <a:gd name="connsiteX11" fmla="*/ 903 w 10000"/>
              <a:gd name="connsiteY11" fmla="*/ 10034 h 10034"/>
              <a:gd name="connsiteX12" fmla="*/ 8054 w 10000"/>
              <a:gd name="connsiteY12" fmla="*/ 10000 h 10034"/>
              <a:gd name="connsiteX13" fmla="*/ 8575 w 10000"/>
              <a:gd name="connsiteY13" fmla="*/ 10000 h 10034"/>
              <a:gd name="connsiteX14" fmla="*/ 8657 w 10000"/>
              <a:gd name="connsiteY14" fmla="*/ 9906 h 10034"/>
              <a:gd name="connsiteX15" fmla="*/ 8685 w 10000"/>
              <a:gd name="connsiteY15" fmla="*/ 9811 h 10034"/>
              <a:gd name="connsiteX16" fmla="*/ 10000 w 10000"/>
              <a:gd name="connsiteY16" fmla="*/ 5283 h 10034"/>
              <a:gd name="connsiteX17" fmla="*/ 10000 w 10000"/>
              <a:gd name="connsiteY17"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903 w 10000"/>
              <a:gd name="connsiteY10" fmla="*/ 10034 h 10034"/>
              <a:gd name="connsiteX11" fmla="*/ 8054 w 10000"/>
              <a:gd name="connsiteY11" fmla="*/ 10000 h 10034"/>
              <a:gd name="connsiteX12" fmla="*/ 8575 w 10000"/>
              <a:gd name="connsiteY12" fmla="*/ 10000 h 10034"/>
              <a:gd name="connsiteX13" fmla="*/ 8657 w 10000"/>
              <a:gd name="connsiteY13" fmla="*/ 9906 h 10034"/>
              <a:gd name="connsiteX14" fmla="*/ 8685 w 10000"/>
              <a:gd name="connsiteY14" fmla="*/ 9811 h 10034"/>
              <a:gd name="connsiteX15" fmla="*/ 10000 w 10000"/>
              <a:gd name="connsiteY15" fmla="*/ 5283 h 10034"/>
              <a:gd name="connsiteX16" fmla="*/ 10000 w 10000"/>
              <a:gd name="connsiteY16"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903 w 10000"/>
              <a:gd name="connsiteY9" fmla="*/ 10034 h 10034"/>
              <a:gd name="connsiteX10" fmla="*/ 8054 w 10000"/>
              <a:gd name="connsiteY10" fmla="*/ 10000 h 10034"/>
              <a:gd name="connsiteX11" fmla="*/ 8575 w 10000"/>
              <a:gd name="connsiteY11" fmla="*/ 10000 h 10034"/>
              <a:gd name="connsiteX12" fmla="*/ 8657 w 10000"/>
              <a:gd name="connsiteY12" fmla="*/ 9906 h 10034"/>
              <a:gd name="connsiteX13" fmla="*/ 8685 w 10000"/>
              <a:gd name="connsiteY13" fmla="*/ 9811 h 10034"/>
              <a:gd name="connsiteX14" fmla="*/ 10000 w 10000"/>
              <a:gd name="connsiteY14" fmla="*/ 5283 h 10034"/>
              <a:gd name="connsiteX15" fmla="*/ 10000 w 10000"/>
              <a:gd name="connsiteY15"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903 w 10000"/>
              <a:gd name="connsiteY8" fmla="*/ 10034 h 10034"/>
              <a:gd name="connsiteX9" fmla="*/ 8054 w 10000"/>
              <a:gd name="connsiteY9" fmla="*/ 10000 h 10034"/>
              <a:gd name="connsiteX10" fmla="*/ 8575 w 10000"/>
              <a:gd name="connsiteY10" fmla="*/ 10000 h 10034"/>
              <a:gd name="connsiteX11" fmla="*/ 8657 w 10000"/>
              <a:gd name="connsiteY11" fmla="*/ 9906 h 10034"/>
              <a:gd name="connsiteX12" fmla="*/ 8685 w 10000"/>
              <a:gd name="connsiteY12" fmla="*/ 9811 h 10034"/>
              <a:gd name="connsiteX13" fmla="*/ 10000 w 10000"/>
              <a:gd name="connsiteY13" fmla="*/ 5283 h 10034"/>
              <a:gd name="connsiteX14" fmla="*/ 10000 w 10000"/>
              <a:gd name="connsiteY14" fmla="*/ 4717 h 10034"/>
              <a:gd name="connsiteX0" fmla="*/ 9863 w 9863"/>
              <a:gd name="connsiteY0" fmla="*/ 4717 h 10034"/>
              <a:gd name="connsiteX1" fmla="*/ 8548 w 9863"/>
              <a:gd name="connsiteY1" fmla="*/ 189 h 10034"/>
              <a:gd name="connsiteX2" fmla="*/ 8520 w 9863"/>
              <a:gd name="connsiteY2" fmla="*/ 94 h 10034"/>
              <a:gd name="connsiteX3" fmla="*/ 8438 w 9863"/>
              <a:gd name="connsiteY3" fmla="*/ 0 h 10034"/>
              <a:gd name="connsiteX4" fmla="*/ 7917 w 9863"/>
              <a:gd name="connsiteY4" fmla="*/ 0 h 10034"/>
              <a:gd name="connsiteX5" fmla="*/ 742 w 9863"/>
              <a:gd name="connsiteY5" fmla="*/ 70 h 10034"/>
              <a:gd name="connsiteX6" fmla="*/ 0 w 9863"/>
              <a:gd name="connsiteY6" fmla="*/ 0 h 10034"/>
              <a:gd name="connsiteX7" fmla="*/ 766 w 9863"/>
              <a:gd name="connsiteY7" fmla="*/ 10034 h 10034"/>
              <a:gd name="connsiteX8" fmla="*/ 7917 w 9863"/>
              <a:gd name="connsiteY8" fmla="*/ 10000 h 10034"/>
              <a:gd name="connsiteX9" fmla="*/ 8438 w 9863"/>
              <a:gd name="connsiteY9" fmla="*/ 10000 h 10034"/>
              <a:gd name="connsiteX10" fmla="*/ 8520 w 9863"/>
              <a:gd name="connsiteY10" fmla="*/ 9906 h 10034"/>
              <a:gd name="connsiteX11" fmla="*/ 8548 w 9863"/>
              <a:gd name="connsiteY11" fmla="*/ 9811 h 10034"/>
              <a:gd name="connsiteX12" fmla="*/ 9863 w 9863"/>
              <a:gd name="connsiteY12" fmla="*/ 5283 h 10034"/>
              <a:gd name="connsiteX13" fmla="*/ 9863 w 9863"/>
              <a:gd name="connsiteY13" fmla="*/ 4717 h 10034"/>
              <a:gd name="connsiteX0" fmla="*/ 9248 w 9248"/>
              <a:gd name="connsiteY0" fmla="*/ 4701 h 10000"/>
              <a:gd name="connsiteX1" fmla="*/ 7915 w 9248"/>
              <a:gd name="connsiteY1" fmla="*/ 188 h 10000"/>
              <a:gd name="connsiteX2" fmla="*/ 7886 w 9248"/>
              <a:gd name="connsiteY2" fmla="*/ 94 h 10000"/>
              <a:gd name="connsiteX3" fmla="*/ 7803 w 9248"/>
              <a:gd name="connsiteY3" fmla="*/ 0 h 10000"/>
              <a:gd name="connsiteX4" fmla="*/ 7275 w 9248"/>
              <a:gd name="connsiteY4" fmla="*/ 0 h 10000"/>
              <a:gd name="connsiteX5" fmla="*/ 0 w 9248"/>
              <a:gd name="connsiteY5" fmla="*/ 70 h 10000"/>
              <a:gd name="connsiteX6" fmla="*/ 25 w 9248"/>
              <a:gd name="connsiteY6" fmla="*/ 10000 h 10000"/>
              <a:gd name="connsiteX7" fmla="*/ 7275 w 9248"/>
              <a:gd name="connsiteY7" fmla="*/ 9966 h 10000"/>
              <a:gd name="connsiteX8" fmla="*/ 7803 w 9248"/>
              <a:gd name="connsiteY8" fmla="*/ 9966 h 10000"/>
              <a:gd name="connsiteX9" fmla="*/ 7886 w 9248"/>
              <a:gd name="connsiteY9" fmla="*/ 9872 h 10000"/>
              <a:gd name="connsiteX10" fmla="*/ 7915 w 9248"/>
              <a:gd name="connsiteY10" fmla="*/ 9778 h 10000"/>
              <a:gd name="connsiteX11" fmla="*/ 9248 w 9248"/>
              <a:gd name="connsiteY11" fmla="*/ 5265 h 10000"/>
              <a:gd name="connsiteX12" fmla="*/ 9248 w 9248"/>
              <a:gd name="connsiteY12" fmla="*/ 470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Slide Number Placeholder 3"/>
          <p:cNvSpPr>
            <a:spLocks noGrp="1"/>
          </p:cNvSpPr>
          <p:nvPr>
            <p:ph type="sldNum" sz="quarter" idx="4294967295"/>
          </p:nvPr>
        </p:nvSpPr>
        <p:spPr>
          <a:xfrm>
            <a:off x="11205274" y="6215063"/>
            <a:ext cx="779462" cy="365125"/>
          </a:xfrm>
          <a:prstGeom prst="rect">
            <a:avLst/>
          </a:prstGeom>
        </p:spPr>
        <p:txBody>
          <a:bodyPr/>
          <a:lstStyle/>
          <a:p>
            <a:fld id="{16845AD9-D1F4-4EC2-844C-79E58D9B0E6B}" type="slidenum">
              <a:rPr lang="en-US" sz="1400" smtClean="0"/>
              <a:pPr/>
              <a:t>‹#›</a:t>
            </a:fld>
            <a:endParaRPr lang="en-US" sz="1400" dirty="0"/>
          </a:p>
        </p:txBody>
      </p:sp>
    </p:spTree>
    <p:extLst>
      <p:ext uri="{BB962C8B-B14F-4D97-AF65-F5344CB8AC3E}">
        <p14:creationId xmlns:p14="http://schemas.microsoft.com/office/powerpoint/2010/main" val="2898082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31165" y="624110"/>
            <a:ext cx="9594803" cy="879837"/>
          </a:xfrm>
        </p:spPr>
        <p:txBody>
          <a:bodyPr>
            <a:normAutofit/>
          </a:bodyPr>
          <a:lstStyle>
            <a:lvl1pPr>
              <a:defRPr sz="3200" b="0">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
        <p:nvSpPr>
          <p:cNvPr id="3" name="Content Placeholder 2"/>
          <p:cNvSpPr>
            <a:spLocks noGrp="1"/>
          </p:cNvSpPr>
          <p:nvPr>
            <p:ph idx="1"/>
          </p:nvPr>
        </p:nvSpPr>
        <p:spPr>
          <a:xfrm>
            <a:off x="1927451" y="1604192"/>
            <a:ext cx="9598801" cy="4351440"/>
          </a:xfrm>
        </p:spPr>
        <p:txBody>
          <a:bodyPr/>
          <a:lstStyle>
            <a:lvl1pPr>
              <a:defRPr sz="2000"/>
            </a:lvl1pPr>
            <a:lvl2pPr>
              <a:defRPr sz="1800"/>
            </a:lvl2pPr>
            <a:lvl3pPr>
              <a:defRPr sz="1600"/>
            </a:lvl3pPr>
            <a:lvl4pPr>
              <a:defRPr sz="1400"/>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reeform 11"/>
          <p:cNvSpPr>
            <a:spLocks/>
          </p:cNvSpPr>
          <p:nvPr userDrawn="1"/>
        </p:nvSpPr>
        <p:spPr bwMode="auto">
          <a:xfrm flipV="1">
            <a:off x="11008895" y="6196262"/>
            <a:ext cx="633827" cy="348917"/>
          </a:xfrm>
          <a:custGeom>
            <a:avLst/>
            <a:gdLst>
              <a:gd name="T0" fmla="*/ 365 w 367"/>
              <a:gd name="T1" fmla="*/ 50 h 106"/>
              <a:gd name="T2" fmla="*/ 317 w 367"/>
              <a:gd name="T3" fmla="*/ 2 h 106"/>
              <a:gd name="T4" fmla="*/ 316 w 367"/>
              <a:gd name="T5" fmla="*/ 1 h 106"/>
              <a:gd name="T6" fmla="*/ 313 w 367"/>
              <a:gd name="T7" fmla="*/ 0 h 106"/>
              <a:gd name="T8" fmla="*/ 294 w 367"/>
              <a:gd name="T9" fmla="*/ 0 h 106"/>
              <a:gd name="T10" fmla="*/ 5 w 367"/>
              <a:gd name="T11" fmla="*/ 0 h 106"/>
              <a:gd name="T12" fmla="*/ 0 w 367"/>
              <a:gd name="T13" fmla="*/ 0 h 106"/>
              <a:gd name="T14" fmla="*/ 0 w 367"/>
              <a:gd name="T15" fmla="*/ 5 h 106"/>
              <a:gd name="T16" fmla="*/ 0 w 367"/>
              <a:gd name="T17" fmla="*/ 100 h 106"/>
              <a:gd name="T18" fmla="*/ 0 w 367"/>
              <a:gd name="T19" fmla="*/ 106 h 106"/>
              <a:gd name="T20" fmla="*/ 5 w 367"/>
              <a:gd name="T21" fmla="*/ 106 h 106"/>
              <a:gd name="T22" fmla="*/ 294 w 367"/>
              <a:gd name="T23" fmla="*/ 106 h 106"/>
              <a:gd name="T24" fmla="*/ 313 w 367"/>
              <a:gd name="T25" fmla="*/ 106 h 106"/>
              <a:gd name="T26" fmla="*/ 316 w 367"/>
              <a:gd name="T27" fmla="*/ 105 h 106"/>
              <a:gd name="T28" fmla="*/ 317 w 367"/>
              <a:gd name="T29" fmla="*/ 104 h 106"/>
              <a:gd name="T30" fmla="*/ 365 w 367"/>
              <a:gd name="T31" fmla="*/ 56 h 106"/>
              <a:gd name="T32" fmla="*/ 365 w 367"/>
              <a:gd name="T33" fmla="*/ 50 h 106"/>
              <a:gd name="connsiteX0" fmla="*/ 9946 w 9946"/>
              <a:gd name="connsiteY0" fmla="*/ 4717 h 10000"/>
              <a:gd name="connsiteX1" fmla="*/ 8638 w 9946"/>
              <a:gd name="connsiteY1" fmla="*/ 189 h 10000"/>
              <a:gd name="connsiteX2" fmla="*/ 8610 w 9946"/>
              <a:gd name="connsiteY2" fmla="*/ 94 h 10000"/>
              <a:gd name="connsiteX3" fmla="*/ 8529 w 9946"/>
              <a:gd name="connsiteY3" fmla="*/ 0 h 10000"/>
              <a:gd name="connsiteX4" fmla="*/ 8011 w 9946"/>
              <a:gd name="connsiteY4" fmla="*/ 0 h 10000"/>
              <a:gd name="connsiteX5" fmla="*/ 874 w 9946"/>
              <a:gd name="connsiteY5" fmla="*/ 70 h 10000"/>
              <a:gd name="connsiteX6" fmla="*/ 136 w 9946"/>
              <a:gd name="connsiteY6" fmla="*/ 0 h 10000"/>
              <a:gd name="connsiteX7" fmla="*/ 0 w 9946"/>
              <a:gd name="connsiteY7" fmla="*/ 0 h 10000"/>
              <a:gd name="connsiteX8" fmla="*/ 0 w 9946"/>
              <a:gd name="connsiteY8" fmla="*/ 472 h 10000"/>
              <a:gd name="connsiteX9" fmla="*/ 0 w 9946"/>
              <a:gd name="connsiteY9" fmla="*/ 9434 h 10000"/>
              <a:gd name="connsiteX10" fmla="*/ 0 w 9946"/>
              <a:gd name="connsiteY10" fmla="*/ 10000 h 10000"/>
              <a:gd name="connsiteX11" fmla="*/ 136 w 9946"/>
              <a:gd name="connsiteY11" fmla="*/ 10000 h 10000"/>
              <a:gd name="connsiteX12" fmla="*/ 8011 w 9946"/>
              <a:gd name="connsiteY12" fmla="*/ 10000 h 10000"/>
              <a:gd name="connsiteX13" fmla="*/ 8529 w 9946"/>
              <a:gd name="connsiteY13" fmla="*/ 10000 h 10000"/>
              <a:gd name="connsiteX14" fmla="*/ 8610 w 9946"/>
              <a:gd name="connsiteY14" fmla="*/ 9906 h 10000"/>
              <a:gd name="connsiteX15" fmla="*/ 8638 w 9946"/>
              <a:gd name="connsiteY15" fmla="*/ 9811 h 10000"/>
              <a:gd name="connsiteX16" fmla="*/ 9946 w 9946"/>
              <a:gd name="connsiteY16" fmla="*/ 5283 h 10000"/>
              <a:gd name="connsiteX17" fmla="*/ 9946 w 9946"/>
              <a:gd name="connsiteY17" fmla="*/ 4717 h 10000"/>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0 w 10000"/>
              <a:gd name="connsiteY10" fmla="*/ 10000 h 10034"/>
              <a:gd name="connsiteX11" fmla="*/ 137 w 10000"/>
              <a:gd name="connsiteY11" fmla="*/ 10000 h 10034"/>
              <a:gd name="connsiteX12" fmla="*/ 903 w 10000"/>
              <a:gd name="connsiteY12" fmla="*/ 10034 h 10034"/>
              <a:gd name="connsiteX13" fmla="*/ 8054 w 10000"/>
              <a:gd name="connsiteY13" fmla="*/ 10000 h 10034"/>
              <a:gd name="connsiteX14" fmla="*/ 8575 w 10000"/>
              <a:gd name="connsiteY14" fmla="*/ 10000 h 10034"/>
              <a:gd name="connsiteX15" fmla="*/ 8657 w 10000"/>
              <a:gd name="connsiteY15" fmla="*/ 9906 h 10034"/>
              <a:gd name="connsiteX16" fmla="*/ 8685 w 10000"/>
              <a:gd name="connsiteY16" fmla="*/ 9811 h 10034"/>
              <a:gd name="connsiteX17" fmla="*/ 10000 w 10000"/>
              <a:gd name="connsiteY17" fmla="*/ 5283 h 10034"/>
              <a:gd name="connsiteX18" fmla="*/ 10000 w 10000"/>
              <a:gd name="connsiteY18"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0 w 10000"/>
              <a:gd name="connsiteY10" fmla="*/ 10000 h 10034"/>
              <a:gd name="connsiteX11" fmla="*/ 903 w 10000"/>
              <a:gd name="connsiteY11" fmla="*/ 10034 h 10034"/>
              <a:gd name="connsiteX12" fmla="*/ 8054 w 10000"/>
              <a:gd name="connsiteY12" fmla="*/ 10000 h 10034"/>
              <a:gd name="connsiteX13" fmla="*/ 8575 w 10000"/>
              <a:gd name="connsiteY13" fmla="*/ 10000 h 10034"/>
              <a:gd name="connsiteX14" fmla="*/ 8657 w 10000"/>
              <a:gd name="connsiteY14" fmla="*/ 9906 h 10034"/>
              <a:gd name="connsiteX15" fmla="*/ 8685 w 10000"/>
              <a:gd name="connsiteY15" fmla="*/ 9811 h 10034"/>
              <a:gd name="connsiteX16" fmla="*/ 10000 w 10000"/>
              <a:gd name="connsiteY16" fmla="*/ 5283 h 10034"/>
              <a:gd name="connsiteX17" fmla="*/ 10000 w 10000"/>
              <a:gd name="connsiteY17"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903 w 10000"/>
              <a:gd name="connsiteY10" fmla="*/ 10034 h 10034"/>
              <a:gd name="connsiteX11" fmla="*/ 8054 w 10000"/>
              <a:gd name="connsiteY11" fmla="*/ 10000 h 10034"/>
              <a:gd name="connsiteX12" fmla="*/ 8575 w 10000"/>
              <a:gd name="connsiteY12" fmla="*/ 10000 h 10034"/>
              <a:gd name="connsiteX13" fmla="*/ 8657 w 10000"/>
              <a:gd name="connsiteY13" fmla="*/ 9906 h 10034"/>
              <a:gd name="connsiteX14" fmla="*/ 8685 w 10000"/>
              <a:gd name="connsiteY14" fmla="*/ 9811 h 10034"/>
              <a:gd name="connsiteX15" fmla="*/ 10000 w 10000"/>
              <a:gd name="connsiteY15" fmla="*/ 5283 h 10034"/>
              <a:gd name="connsiteX16" fmla="*/ 10000 w 10000"/>
              <a:gd name="connsiteY16"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903 w 10000"/>
              <a:gd name="connsiteY9" fmla="*/ 10034 h 10034"/>
              <a:gd name="connsiteX10" fmla="*/ 8054 w 10000"/>
              <a:gd name="connsiteY10" fmla="*/ 10000 h 10034"/>
              <a:gd name="connsiteX11" fmla="*/ 8575 w 10000"/>
              <a:gd name="connsiteY11" fmla="*/ 10000 h 10034"/>
              <a:gd name="connsiteX12" fmla="*/ 8657 w 10000"/>
              <a:gd name="connsiteY12" fmla="*/ 9906 h 10034"/>
              <a:gd name="connsiteX13" fmla="*/ 8685 w 10000"/>
              <a:gd name="connsiteY13" fmla="*/ 9811 h 10034"/>
              <a:gd name="connsiteX14" fmla="*/ 10000 w 10000"/>
              <a:gd name="connsiteY14" fmla="*/ 5283 h 10034"/>
              <a:gd name="connsiteX15" fmla="*/ 10000 w 10000"/>
              <a:gd name="connsiteY15"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903 w 10000"/>
              <a:gd name="connsiteY8" fmla="*/ 10034 h 10034"/>
              <a:gd name="connsiteX9" fmla="*/ 8054 w 10000"/>
              <a:gd name="connsiteY9" fmla="*/ 10000 h 10034"/>
              <a:gd name="connsiteX10" fmla="*/ 8575 w 10000"/>
              <a:gd name="connsiteY10" fmla="*/ 10000 h 10034"/>
              <a:gd name="connsiteX11" fmla="*/ 8657 w 10000"/>
              <a:gd name="connsiteY11" fmla="*/ 9906 h 10034"/>
              <a:gd name="connsiteX12" fmla="*/ 8685 w 10000"/>
              <a:gd name="connsiteY12" fmla="*/ 9811 h 10034"/>
              <a:gd name="connsiteX13" fmla="*/ 10000 w 10000"/>
              <a:gd name="connsiteY13" fmla="*/ 5283 h 10034"/>
              <a:gd name="connsiteX14" fmla="*/ 10000 w 10000"/>
              <a:gd name="connsiteY14" fmla="*/ 4717 h 10034"/>
              <a:gd name="connsiteX0" fmla="*/ 9863 w 9863"/>
              <a:gd name="connsiteY0" fmla="*/ 4717 h 10034"/>
              <a:gd name="connsiteX1" fmla="*/ 8548 w 9863"/>
              <a:gd name="connsiteY1" fmla="*/ 189 h 10034"/>
              <a:gd name="connsiteX2" fmla="*/ 8520 w 9863"/>
              <a:gd name="connsiteY2" fmla="*/ 94 h 10034"/>
              <a:gd name="connsiteX3" fmla="*/ 8438 w 9863"/>
              <a:gd name="connsiteY3" fmla="*/ 0 h 10034"/>
              <a:gd name="connsiteX4" fmla="*/ 7917 w 9863"/>
              <a:gd name="connsiteY4" fmla="*/ 0 h 10034"/>
              <a:gd name="connsiteX5" fmla="*/ 742 w 9863"/>
              <a:gd name="connsiteY5" fmla="*/ 70 h 10034"/>
              <a:gd name="connsiteX6" fmla="*/ 0 w 9863"/>
              <a:gd name="connsiteY6" fmla="*/ 0 h 10034"/>
              <a:gd name="connsiteX7" fmla="*/ 766 w 9863"/>
              <a:gd name="connsiteY7" fmla="*/ 10034 h 10034"/>
              <a:gd name="connsiteX8" fmla="*/ 7917 w 9863"/>
              <a:gd name="connsiteY8" fmla="*/ 10000 h 10034"/>
              <a:gd name="connsiteX9" fmla="*/ 8438 w 9863"/>
              <a:gd name="connsiteY9" fmla="*/ 10000 h 10034"/>
              <a:gd name="connsiteX10" fmla="*/ 8520 w 9863"/>
              <a:gd name="connsiteY10" fmla="*/ 9906 h 10034"/>
              <a:gd name="connsiteX11" fmla="*/ 8548 w 9863"/>
              <a:gd name="connsiteY11" fmla="*/ 9811 h 10034"/>
              <a:gd name="connsiteX12" fmla="*/ 9863 w 9863"/>
              <a:gd name="connsiteY12" fmla="*/ 5283 h 10034"/>
              <a:gd name="connsiteX13" fmla="*/ 9863 w 9863"/>
              <a:gd name="connsiteY13" fmla="*/ 4717 h 10034"/>
              <a:gd name="connsiteX0" fmla="*/ 9248 w 9248"/>
              <a:gd name="connsiteY0" fmla="*/ 4701 h 10000"/>
              <a:gd name="connsiteX1" fmla="*/ 7915 w 9248"/>
              <a:gd name="connsiteY1" fmla="*/ 188 h 10000"/>
              <a:gd name="connsiteX2" fmla="*/ 7886 w 9248"/>
              <a:gd name="connsiteY2" fmla="*/ 94 h 10000"/>
              <a:gd name="connsiteX3" fmla="*/ 7803 w 9248"/>
              <a:gd name="connsiteY3" fmla="*/ 0 h 10000"/>
              <a:gd name="connsiteX4" fmla="*/ 7275 w 9248"/>
              <a:gd name="connsiteY4" fmla="*/ 0 h 10000"/>
              <a:gd name="connsiteX5" fmla="*/ 0 w 9248"/>
              <a:gd name="connsiteY5" fmla="*/ 70 h 10000"/>
              <a:gd name="connsiteX6" fmla="*/ 25 w 9248"/>
              <a:gd name="connsiteY6" fmla="*/ 10000 h 10000"/>
              <a:gd name="connsiteX7" fmla="*/ 7275 w 9248"/>
              <a:gd name="connsiteY7" fmla="*/ 9966 h 10000"/>
              <a:gd name="connsiteX8" fmla="*/ 7803 w 9248"/>
              <a:gd name="connsiteY8" fmla="*/ 9966 h 10000"/>
              <a:gd name="connsiteX9" fmla="*/ 7886 w 9248"/>
              <a:gd name="connsiteY9" fmla="*/ 9872 h 10000"/>
              <a:gd name="connsiteX10" fmla="*/ 7915 w 9248"/>
              <a:gd name="connsiteY10" fmla="*/ 9778 h 10000"/>
              <a:gd name="connsiteX11" fmla="*/ 9248 w 9248"/>
              <a:gd name="connsiteY11" fmla="*/ 5265 h 10000"/>
              <a:gd name="connsiteX12" fmla="*/ 9248 w 9248"/>
              <a:gd name="connsiteY12" fmla="*/ 470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3"/>
          <p:cNvSpPr>
            <a:spLocks noGrp="1"/>
          </p:cNvSpPr>
          <p:nvPr>
            <p:ph type="sldNum" sz="quarter" idx="4294967295"/>
          </p:nvPr>
        </p:nvSpPr>
        <p:spPr>
          <a:xfrm>
            <a:off x="11205274" y="6215063"/>
            <a:ext cx="779462" cy="365125"/>
          </a:xfrm>
          <a:prstGeom prst="rect">
            <a:avLst/>
          </a:prstGeom>
        </p:spPr>
        <p:txBody>
          <a:bodyPr/>
          <a:lstStyle/>
          <a:p>
            <a:fld id="{16845AD9-D1F4-4EC2-844C-79E58D9B0E6B}" type="slidenum">
              <a:rPr lang="en-US" sz="1400" smtClean="0"/>
              <a:pPr/>
              <a:t>‹#›</a:t>
            </a:fld>
            <a:endParaRPr lang="en-US" sz="1400" dirty="0"/>
          </a:p>
        </p:txBody>
      </p:sp>
    </p:spTree>
    <p:extLst>
      <p:ext uri="{BB962C8B-B14F-4D97-AF65-F5344CB8AC3E}">
        <p14:creationId xmlns:p14="http://schemas.microsoft.com/office/powerpoint/2010/main" val="372109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939506" y="1604210"/>
            <a:ext cx="4588169" cy="4346768"/>
          </a:xfrm>
        </p:spPr>
        <p:txBody>
          <a:bodyPr>
            <a:normAutofit/>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950105" y="1596832"/>
            <a:ext cx="4588169" cy="4346768"/>
          </a:xfrm>
        </p:spPr>
        <p:txBody>
          <a:bodyPr>
            <a:normAutofit/>
          </a:bodyPr>
          <a:lstStyle>
            <a:lvl1pPr>
              <a:defRPr sz="1800"/>
            </a:lvl1pPr>
            <a:lvl2pPr>
              <a:defRPr sz="1600"/>
            </a:lvl2pPr>
            <a:lvl3pPr>
              <a:defRPr sz="1400"/>
            </a:lvl3pPr>
            <a:lvl4pPr>
              <a:defRPr sz="1200"/>
            </a:lvl4pPr>
            <a:lvl5pPr>
              <a:defRPr sz="12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Freeform 11"/>
          <p:cNvSpPr>
            <a:spLocks/>
          </p:cNvSpPr>
          <p:nvPr userDrawn="1"/>
        </p:nvSpPr>
        <p:spPr bwMode="auto">
          <a:xfrm flipV="1">
            <a:off x="11008895" y="6196262"/>
            <a:ext cx="633827" cy="348917"/>
          </a:xfrm>
          <a:custGeom>
            <a:avLst/>
            <a:gdLst>
              <a:gd name="T0" fmla="*/ 365 w 367"/>
              <a:gd name="T1" fmla="*/ 50 h 106"/>
              <a:gd name="T2" fmla="*/ 317 w 367"/>
              <a:gd name="T3" fmla="*/ 2 h 106"/>
              <a:gd name="T4" fmla="*/ 316 w 367"/>
              <a:gd name="T5" fmla="*/ 1 h 106"/>
              <a:gd name="T6" fmla="*/ 313 w 367"/>
              <a:gd name="T7" fmla="*/ 0 h 106"/>
              <a:gd name="T8" fmla="*/ 294 w 367"/>
              <a:gd name="T9" fmla="*/ 0 h 106"/>
              <a:gd name="T10" fmla="*/ 5 w 367"/>
              <a:gd name="T11" fmla="*/ 0 h 106"/>
              <a:gd name="T12" fmla="*/ 0 w 367"/>
              <a:gd name="T13" fmla="*/ 0 h 106"/>
              <a:gd name="T14" fmla="*/ 0 w 367"/>
              <a:gd name="T15" fmla="*/ 5 h 106"/>
              <a:gd name="T16" fmla="*/ 0 w 367"/>
              <a:gd name="T17" fmla="*/ 100 h 106"/>
              <a:gd name="T18" fmla="*/ 0 w 367"/>
              <a:gd name="T19" fmla="*/ 106 h 106"/>
              <a:gd name="T20" fmla="*/ 5 w 367"/>
              <a:gd name="T21" fmla="*/ 106 h 106"/>
              <a:gd name="T22" fmla="*/ 294 w 367"/>
              <a:gd name="T23" fmla="*/ 106 h 106"/>
              <a:gd name="T24" fmla="*/ 313 w 367"/>
              <a:gd name="T25" fmla="*/ 106 h 106"/>
              <a:gd name="T26" fmla="*/ 316 w 367"/>
              <a:gd name="T27" fmla="*/ 105 h 106"/>
              <a:gd name="T28" fmla="*/ 317 w 367"/>
              <a:gd name="T29" fmla="*/ 104 h 106"/>
              <a:gd name="T30" fmla="*/ 365 w 367"/>
              <a:gd name="T31" fmla="*/ 56 h 106"/>
              <a:gd name="T32" fmla="*/ 365 w 367"/>
              <a:gd name="T33" fmla="*/ 50 h 106"/>
              <a:gd name="connsiteX0" fmla="*/ 9946 w 9946"/>
              <a:gd name="connsiteY0" fmla="*/ 4717 h 10000"/>
              <a:gd name="connsiteX1" fmla="*/ 8638 w 9946"/>
              <a:gd name="connsiteY1" fmla="*/ 189 h 10000"/>
              <a:gd name="connsiteX2" fmla="*/ 8610 w 9946"/>
              <a:gd name="connsiteY2" fmla="*/ 94 h 10000"/>
              <a:gd name="connsiteX3" fmla="*/ 8529 w 9946"/>
              <a:gd name="connsiteY3" fmla="*/ 0 h 10000"/>
              <a:gd name="connsiteX4" fmla="*/ 8011 w 9946"/>
              <a:gd name="connsiteY4" fmla="*/ 0 h 10000"/>
              <a:gd name="connsiteX5" fmla="*/ 874 w 9946"/>
              <a:gd name="connsiteY5" fmla="*/ 70 h 10000"/>
              <a:gd name="connsiteX6" fmla="*/ 136 w 9946"/>
              <a:gd name="connsiteY6" fmla="*/ 0 h 10000"/>
              <a:gd name="connsiteX7" fmla="*/ 0 w 9946"/>
              <a:gd name="connsiteY7" fmla="*/ 0 h 10000"/>
              <a:gd name="connsiteX8" fmla="*/ 0 w 9946"/>
              <a:gd name="connsiteY8" fmla="*/ 472 h 10000"/>
              <a:gd name="connsiteX9" fmla="*/ 0 w 9946"/>
              <a:gd name="connsiteY9" fmla="*/ 9434 h 10000"/>
              <a:gd name="connsiteX10" fmla="*/ 0 w 9946"/>
              <a:gd name="connsiteY10" fmla="*/ 10000 h 10000"/>
              <a:gd name="connsiteX11" fmla="*/ 136 w 9946"/>
              <a:gd name="connsiteY11" fmla="*/ 10000 h 10000"/>
              <a:gd name="connsiteX12" fmla="*/ 8011 w 9946"/>
              <a:gd name="connsiteY12" fmla="*/ 10000 h 10000"/>
              <a:gd name="connsiteX13" fmla="*/ 8529 w 9946"/>
              <a:gd name="connsiteY13" fmla="*/ 10000 h 10000"/>
              <a:gd name="connsiteX14" fmla="*/ 8610 w 9946"/>
              <a:gd name="connsiteY14" fmla="*/ 9906 h 10000"/>
              <a:gd name="connsiteX15" fmla="*/ 8638 w 9946"/>
              <a:gd name="connsiteY15" fmla="*/ 9811 h 10000"/>
              <a:gd name="connsiteX16" fmla="*/ 9946 w 9946"/>
              <a:gd name="connsiteY16" fmla="*/ 5283 h 10000"/>
              <a:gd name="connsiteX17" fmla="*/ 9946 w 9946"/>
              <a:gd name="connsiteY17" fmla="*/ 4717 h 10000"/>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0 w 10000"/>
              <a:gd name="connsiteY10" fmla="*/ 10000 h 10034"/>
              <a:gd name="connsiteX11" fmla="*/ 137 w 10000"/>
              <a:gd name="connsiteY11" fmla="*/ 10000 h 10034"/>
              <a:gd name="connsiteX12" fmla="*/ 903 w 10000"/>
              <a:gd name="connsiteY12" fmla="*/ 10034 h 10034"/>
              <a:gd name="connsiteX13" fmla="*/ 8054 w 10000"/>
              <a:gd name="connsiteY13" fmla="*/ 10000 h 10034"/>
              <a:gd name="connsiteX14" fmla="*/ 8575 w 10000"/>
              <a:gd name="connsiteY14" fmla="*/ 10000 h 10034"/>
              <a:gd name="connsiteX15" fmla="*/ 8657 w 10000"/>
              <a:gd name="connsiteY15" fmla="*/ 9906 h 10034"/>
              <a:gd name="connsiteX16" fmla="*/ 8685 w 10000"/>
              <a:gd name="connsiteY16" fmla="*/ 9811 h 10034"/>
              <a:gd name="connsiteX17" fmla="*/ 10000 w 10000"/>
              <a:gd name="connsiteY17" fmla="*/ 5283 h 10034"/>
              <a:gd name="connsiteX18" fmla="*/ 10000 w 10000"/>
              <a:gd name="connsiteY18"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0 w 10000"/>
              <a:gd name="connsiteY10" fmla="*/ 10000 h 10034"/>
              <a:gd name="connsiteX11" fmla="*/ 903 w 10000"/>
              <a:gd name="connsiteY11" fmla="*/ 10034 h 10034"/>
              <a:gd name="connsiteX12" fmla="*/ 8054 w 10000"/>
              <a:gd name="connsiteY12" fmla="*/ 10000 h 10034"/>
              <a:gd name="connsiteX13" fmla="*/ 8575 w 10000"/>
              <a:gd name="connsiteY13" fmla="*/ 10000 h 10034"/>
              <a:gd name="connsiteX14" fmla="*/ 8657 w 10000"/>
              <a:gd name="connsiteY14" fmla="*/ 9906 h 10034"/>
              <a:gd name="connsiteX15" fmla="*/ 8685 w 10000"/>
              <a:gd name="connsiteY15" fmla="*/ 9811 h 10034"/>
              <a:gd name="connsiteX16" fmla="*/ 10000 w 10000"/>
              <a:gd name="connsiteY16" fmla="*/ 5283 h 10034"/>
              <a:gd name="connsiteX17" fmla="*/ 10000 w 10000"/>
              <a:gd name="connsiteY17"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903 w 10000"/>
              <a:gd name="connsiteY10" fmla="*/ 10034 h 10034"/>
              <a:gd name="connsiteX11" fmla="*/ 8054 w 10000"/>
              <a:gd name="connsiteY11" fmla="*/ 10000 h 10034"/>
              <a:gd name="connsiteX12" fmla="*/ 8575 w 10000"/>
              <a:gd name="connsiteY12" fmla="*/ 10000 h 10034"/>
              <a:gd name="connsiteX13" fmla="*/ 8657 w 10000"/>
              <a:gd name="connsiteY13" fmla="*/ 9906 h 10034"/>
              <a:gd name="connsiteX14" fmla="*/ 8685 w 10000"/>
              <a:gd name="connsiteY14" fmla="*/ 9811 h 10034"/>
              <a:gd name="connsiteX15" fmla="*/ 10000 w 10000"/>
              <a:gd name="connsiteY15" fmla="*/ 5283 h 10034"/>
              <a:gd name="connsiteX16" fmla="*/ 10000 w 10000"/>
              <a:gd name="connsiteY16"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903 w 10000"/>
              <a:gd name="connsiteY9" fmla="*/ 10034 h 10034"/>
              <a:gd name="connsiteX10" fmla="*/ 8054 w 10000"/>
              <a:gd name="connsiteY10" fmla="*/ 10000 h 10034"/>
              <a:gd name="connsiteX11" fmla="*/ 8575 w 10000"/>
              <a:gd name="connsiteY11" fmla="*/ 10000 h 10034"/>
              <a:gd name="connsiteX12" fmla="*/ 8657 w 10000"/>
              <a:gd name="connsiteY12" fmla="*/ 9906 h 10034"/>
              <a:gd name="connsiteX13" fmla="*/ 8685 w 10000"/>
              <a:gd name="connsiteY13" fmla="*/ 9811 h 10034"/>
              <a:gd name="connsiteX14" fmla="*/ 10000 w 10000"/>
              <a:gd name="connsiteY14" fmla="*/ 5283 h 10034"/>
              <a:gd name="connsiteX15" fmla="*/ 10000 w 10000"/>
              <a:gd name="connsiteY15"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903 w 10000"/>
              <a:gd name="connsiteY8" fmla="*/ 10034 h 10034"/>
              <a:gd name="connsiteX9" fmla="*/ 8054 w 10000"/>
              <a:gd name="connsiteY9" fmla="*/ 10000 h 10034"/>
              <a:gd name="connsiteX10" fmla="*/ 8575 w 10000"/>
              <a:gd name="connsiteY10" fmla="*/ 10000 h 10034"/>
              <a:gd name="connsiteX11" fmla="*/ 8657 w 10000"/>
              <a:gd name="connsiteY11" fmla="*/ 9906 h 10034"/>
              <a:gd name="connsiteX12" fmla="*/ 8685 w 10000"/>
              <a:gd name="connsiteY12" fmla="*/ 9811 h 10034"/>
              <a:gd name="connsiteX13" fmla="*/ 10000 w 10000"/>
              <a:gd name="connsiteY13" fmla="*/ 5283 h 10034"/>
              <a:gd name="connsiteX14" fmla="*/ 10000 w 10000"/>
              <a:gd name="connsiteY14" fmla="*/ 4717 h 10034"/>
              <a:gd name="connsiteX0" fmla="*/ 9863 w 9863"/>
              <a:gd name="connsiteY0" fmla="*/ 4717 h 10034"/>
              <a:gd name="connsiteX1" fmla="*/ 8548 w 9863"/>
              <a:gd name="connsiteY1" fmla="*/ 189 h 10034"/>
              <a:gd name="connsiteX2" fmla="*/ 8520 w 9863"/>
              <a:gd name="connsiteY2" fmla="*/ 94 h 10034"/>
              <a:gd name="connsiteX3" fmla="*/ 8438 w 9863"/>
              <a:gd name="connsiteY3" fmla="*/ 0 h 10034"/>
              <a:gd name="connsiteX4" fmla="*/ 7917 w 9863"/>
              <a:gd name="connsiteY4" fmla="*/ 0 h 10034"/>
              <a:gd name="connsiteX5" fmla="*/ 742 w 9863"/>
              <a:gd name="connsiteY5" fmla="*/ 70 h 10034"/>
              <a:gd name="connsiteX6" fmla="*/ 0 w 9863"/>
              <a:gd name="connsiteY6" fmla="*/ 0 h 10034"/>
              <a:gd name="connsiteX7" fmla="*/ 766 w 9863"/>
              <a:gd name="connsiteY7" fmla="*/ 10034 h 10034"/>
              <a:gd name="connsiteX8" fmla="*/ 7917 w 9863"/>
              <a:gd name="connsiteY8" fmla="*/ 10000 h 10034"/>
              <a:gd name="connsiteX9" fmla="*/ 8438 w 9863"/>
              <a:gd name="connsiteY9" fmla="*/ 10000 h 10034"/>
              <a:gd name="connsiteX10" fmla="*/ 8520 w 9863"/>
              <a:gd name="connsiteY10" fmla="*/ 9906 h 10034"/>
              <a:gd name="connsiteX11" fmla="*/ 8548 w 9863"/>
              <a:gd name="connsiteY11" fmla="*/ 9811 h 10034"/>
              <a:gd name="connsiteX12" fmla="*/ 9863 w 9863"/>
              <a:gd name="connsiteY12" fmla="*/ 5283 h 10034"/>
              <a:gd name="connsiteX13" fmla="*/ 9863 w 9863"/>
              <a:gd name="connsiteY13" fmla="*/ 4717 h 10034"/>
              <a:gd name="connsiteX0" fmla="*/ 9248 w 9248"/>
              <a:gd name="connsiteY0" fmla="*/ 4701 h 10000"/>
              <a:gd name="connsiteX1" fmla="*/ 7915 w 9248"/>
              <a:gd name="connsiteY1" fmla="*/ 188 h 10000"/>
              <a:gd name="connsiteX2" fmla="*/ 7886 w 9248"/>
              <a:gd name="connsiteY2" fmla="*/ 94 h 10000"/>
              <a:gd name="connsiteX3" fmla="*/ 7803 w 9248"/>
              <a:gd name="connsiteY3" fmla="*/ 0 h 10000"/>
              <a:gd name="connsiteX4" fmla="*/ 7275 w 9248"/>
              <a:gd name="connsiteY4" fmla="*/ 0 h 10000"/>
              <a:gd name="connsiteX5" fmla="*/ 0 w 9248"/>
              <a:gd name="connsiteY5" fmla="*/ 70 h 10000"/>
              <a:gd name="connsiteX6" fmla="*/ 25 w 9248"/>
              <a:gd name="connsiteY6" fmla="*/ 10000 h 10000"/>
              <a:gd name="connsiteX7" fmla="*/ 7275 w 9248"/>
              <a:gd name="connsiteY7" fmla="*/ 9966 h 10000"/>
              <a:gd name="connsiteX8" fmla="*/ 7803 w 9248"/>
              <a:gd name="connsiteY8" fmla="*/ 9966 h 10000"/>
              <a:gd name="connsiteX9" fmla="*/ 7886 w 9248"/>
              <a:gd name="connsiteY9" fmla="*/ 9872 h 10000"/>
              <a:gd name="connsiteX10" fmla="*/ 7915 w 9248"/>
              <a:gd name="connsiteY10" fmla="*/ 9778 h 10000"/>
              <a:gd name="connsiteX11" fmla="*/ 9248 w 9248"/>
              <a:gd name="connsiteY11" fmla="*/ 5265 h 10000"/>
              <a:gd name="connsiteX12" fmla="*/ 9248 w 9248"/>
              <a:gd name="connsiteY12" fmla="*/ 470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Slide Number Placeholder 3"/>
          <p:cNvSpPr>
            <a:spLocks noGrp="1"/>
          </p:cNvSpPr>
          <p:nvPr>
            <p:ph type="sldNum" sz="quarter" idx="4294967295"/>
          </p:nvPr>
        </p:nvSpPr>
        <p:spPr>
          <a:xfrm>
            <a:off x="11205274" y="6215063"/>
            <a:ext cx="779462" cy="365125"/>
          </a:xfrm>
          <a:prstGeom prst="rect">
            <a:avLst/>
          </a:prstGeom>
        </p:spPr>
        <p:txBody>
          <a:bodyPr/>
          <a:lstStyle/>
          <a:p>
            <a:fld id="{16845AD9-D1F4-4EC2-844C-79E58D9B0E6B}" type="slidenum">
              <a:rPr lang="en-US" sz="1400" smtClean="0"/>
              <a:pPr/>
              <a:t>‹#›</a:t>
            </a:fld>
            <a:endParaRPr lang="en-US" sz="1400" dirty="0"/>
          </a:p>
        </p:txBody>
      </p:sp>
      <p:sp>
        <p:nvSpPr>
          <p:cNvPr id="7" name="Title 1"/>
          <p:cNvSpPr>
            <a:spLocks noGrp="1"/>
          </p:cNvSpPr>
          <p:nvPr>
            <p:ph type="title"/>
          </p:nvPr>
        </p:nvSpPr>
        <p:spPr>
          <a:xfrm>
            <a:off x="1931165" y="624110"/>
            <a:ext cx="9594803" cy="879837"/>
          </a:xfrm>
        </p:spPr>
        <p:txBody>
          <a:bodyPr>
            <a:normAutofit/>
          </a:bodyPr>
          <a:lstStyle>
            <a:lvl1pPr>
              <a:defRPr sz="3200" b="0">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Tree>
    <p:extLst>
      <p:ext uri="{BB962C8B-B14F-4D97-AF65-F5344CB8AC3E}">
        <p14:creationId xmlns:p14="http://schemas.microsoft.com/office/powerpoint/2010/main" val="146144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41867" y="228600"/>
            <a:ext cx="10938933" cy="8382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609600" y="1600200"/>
            <a:ext cx="5350933"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163734" y="1600200"/>
            <a:ext cx="5350933"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noChangeArrowheads="1"/>
          </p:cNvSpPr>
          <p:nvPr>
            <p:ph type="dt" sz="half" idx="10"/>
          </p:nvPr>
        </p:nvSpPr>
        <p:spPr>
          <a:xfrm>
            <a:off x="575733" y="6229350"/>
            <a:ext cx="1557867" cy="457200"/>
          </a:xfrm>
          <a:prstGeom prst="rect">
            <a:avLst/>
          </a:prstGeom>
          <a:ln/>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2133600" y="6229350"/>
            <a:ext cx="7721600" cy="457200"/>
          </a:xfrm>
          <a:prstGeom prst="rect">
            <a:avLst/>
          </a:prstGeom>
          <a:ln/>
        </p:spPr>
        <p:txBody>
          <a:bodyPr/>
          <a:lstStyle>
            <a:lvl1pPr>
              <a:defRPr/>
            </a:lvl1pPr>
          </a:lstStyle>
          <a:p>
            <a:pPr>
              <a:defRPr/>
            </a:pPr>
            <a:r>
              <a:rPr lang="en-US"/>
              <a:t>Assoc. Prof. Dr. Tran Van Lang</a:t>
            </a:r>
          </a:p>
          <a:p>
            <a:pPr>
              <a:defRPr/>
            </a:pPr>
            <a:r>
              <a:rPr lang="en-US"/>
              <a:t>Vietnam Academy of Science and Technology</a:t>
            </a:r>
          </a:p>
        </p:txBody>
      </p:sp>
      <p:sp>
        <p:nvSpPr>
          <p:cNvPr id="7" name="Rectangle 6"/>
          <p:cNvSpPr>
            <a:spLocks noGrp="1" noChangeArrowheads="1"/>
          </p:cNvSpPr>
          <p:nvPr>
            <p:ph type="sldNum" sz="quarter" idx="12"/>
          </p:nvPr>
        </p:nvSpPr>
        <p:spPr>
          <a:ln/>
        </p:spPr>
        <p:txBody>
          <a:bodyPr/>
          <a:lstStyle>
            <a:lvl1pPr>
              <a:defRPr/>
            </a:lvl1pPr>
          </a:lstStyle>
          <a:p>
            <a:fld id="{7947EBAA-11DD-4D48-BE01-529DB88BC724}" type="slidenum">
              <a:rPr lang="en-US"/>
              <a:pPr/>
              <a:t>‹#›</a:t>
            </a:fld>
            <a:endParaRPr lang="en-US"/>
          </a:p>
        </p:txBody>
      </p:sp>
    </p:spTree>
    <p:extLst>
      <p:ext uri="{BB962C8B-B14F-4D97-AF65-F5344CB8AC3E}">
        <p14:creationId xmlns:p14="http://schemas.microsoft.com/office/powerpoint/2010/main" val="2318974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a:spLocks/>
            </p:cNvSpPr>
            <p:nvPr/>
          </p:nvSpPr>
          <p:spPr bwMode="auto">
            <a:xfrm>
              <a:off x="2487613" y="2284413"/>
              <a:ext cx="85725" cy="533400"/>
            </a:xfrm>
            <a:custGeom>
              <a:avLst/>
              <a:gdLst>
                <a:gd name="T0" fmla="*/ 22 w 22"/>
                <a:gd name="T1" fmla="*/ 136 h 136"/>
                <a:gd name="T2" fmla="*/ 17 w 22"/>
                <a:gd name="T3" fmla="*/ 80 h 136"/>
                <a:gd name="T4" fmla="*/ 0 w 22"/>
                <a:gd name="T5" fmla="*/ 0 h 136"/>
                <a:gd name="T6" fmla="*/ 0 w 22"/>
                <a:gd name="T7" fmla="*/ 35 h 136"/>
                <a:gd name="T8" fmla="*/ 20 w 22"/>
                <a:gd name="T9" fmla="*/ 124 h 136"/>
                <a:gd name="T10" fmla="*/ 22 w 22"/>
                <a:gd name="T11" fmla="*/ 136 h 136"/>
              </a:gdLst>
              <a:ahLst/>
              <a:cxnLst>
                <a:cxn ang="0">
                  <a:pos x="T0" y="T1"/>
                </a:cxn>
                <a:cxn ang="0">
                  <a:pos x="T2" y="T3"/>
                </a:cxn>
                <a:cxn ang="0">
                  <a:pos x="T4" y="T5"/>
                </a:cxn>
                <a:cxn ang="0">
                  <a:pos x="T6" y="T7"/>
                </a:cxn>
                <a:cxn ang="0">
                  <a:pos x="T8" y="T9"/>
                </a:cxn>
                <a:cxn ang="0">
                  <a:pos x="T10" y="T11"/>
                </a:cxn>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5" name="Freeform 12"/>
            <p:cNvSpPr>
              <a:spLocks/>
            </p:cNvSpPr>
            <p:nvPr/>
          </p:nvSpPr>
          <p:spPr bwMode="auto">
            <a:xfrm>
              <a:off x="2597151" y="2779713"/>
              <a:ext cx="550863" cy="1978025"/>
            </a:xfrm>
            <a:custGeom>
              <a:avLst/>
              <a:gdLst>
                <a:gd name="T0" fmla="*/ 86 w 140"/>
                <a:gd name="T1" fmla="*/ 350 h 504"/>
                <a:gd name="T2" fmla="*/ 139 w 140"/>
                <a:gd name="T3" fmla="*/ 504 h 504"/>
                <a:gd name="T4" fmla="*/ 140 w 140"/>
                <a:gd name="T5" fmla="*/ 478 h 504"/>
                <a:gd name="T6" fmla="*/ 95 w 140"/>
                <a:gd name="T7" fmla="*/ 347 h 504"/>
                <a:gd name="T8" fmla="*/ 0 w 140"/>
                <a:gd name="T9" fmla="*/ 0 h 504"/>
                <a:gd name="T10" fmla="*/ 6 w 140"/>
                <a:gd name="T11" fmla="*/ 61 h 504"/>
                <a:gd name="T12" fmla="*/ 86 w 140"/>
                <a:gd name="T13" fmla="*/ 350 h 504"/>
              </a:gdLst>
              <a:ahLst/>
              <a:cxnLst>
                <a:cxn ang="0">
                  <a:pos x="T0" y="T1"/>
                </a:cxn>
                <a:cxn ang="0">
                  <a:pos x="T2" y="T3"/>
                </a:cxn>
                <a:cxn ang="0">
                  <a:pos x="T4" y="T5"/>
                </a:cxn>
                <a:cxn ang="0">
                  <a:pos x="T6" y="T7"/>
                </a:cxn>
                <a:cxn ang="0">
                  <a:pos x="T8" y="T9"/>
                </a:cxn>
                <a:cxn ang="0">
                  <a:pos x="T10" y="T11"/>
                </a:cxn>
                <a:cxn ang="0">
                  <a:pos x="T12" y="T13"/>
                </a:cxn>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6" name="Freeform 13"/>
            <p:cNvSpPr>
              <a:spLocks/>
            </p:cNvSpPr>
            <p:nvPr/>
          </p:nvSpPr>
          <p:spPr bwMode="auto">
            <a:xfrm>
              <a:off x="3175001" y="4730750"/>
              <a:ext cx="519113" cy="1209675"/>
            </a:xfrm>
            <a:custGeom>
              <a:avLst/>
              <a:gdLst>
                <a:gd name="T0" fmla="*/ 8 w 132"/>
                <a:gd name="T1" fmla="*/ 22 h 308"/>
                <a:gd name="T2" fmla="*/ 0 w 132"/>
                <a:gd name="T3" fmla="*/ 0 h 308"/>
                <a:gd name="T4" fmla="*/ 0 w 132"/>
                <a:gd name="T5" fmla="*/ 29 h 308"/>
                <a:gd name="T6" fmla="*/ 68 w 132"/>
                <a:gd name="T7" fmla="*/ 194 h 308"/>
                <a:gd name="T8" fmla="*/ 123 w 132"/>
                <a:gd name="T9" fmla="*/ 308 h 308"/>
                <a:gd name="T10" fmla="*/ 132 w 132"/>
                <a:gd name="T11" fmla="*/ 308 h 308"/>
                <a:gd name="T12" fmla="*/ 77 w 132"/>
                <a:gd name="T13" fmla="*/ 190 h 308"/>
                <a:gd name="T14" fmla="*/ 8 w 132"/>
                <a:gd name="T15" fmla="*/ 22 h 30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7" name="Freeform 14"/>
            <p:cNvSpPr>
              <a:spLocks/>
            </p:cNvSpPr>
            <p:nvPr/>
          </p:nvSpPr>
          <p:spPr bwMode="auto">
            <a:xfrm>
              <a:off x="3305176" y="5630863"/>
              <a:ext cx="146050" cy="309563"/>
            </a:xfrm>
            <a:custGeom>
              <a:avLst/>
              <a:gdLst>
                <a:gd name="T0" fmla="*/ 28 w 37"/>
                <a:gd name="T1" fmla="*/ 79 h 79"/>
                <a:gd name="T2" fmla="*/ 37 w 37"/>
                <a:gd name="T3" fmla="*/ 79 h 79"/>
                <a:gd name="T4" fmla="*/ 0 w 37"/>
                <a:gd name="T5" fmla="*/ 0 h 79"/>
                <a:gd name="T6" fmla="*/ 28 w 37"/>
                <a:gd name="T7" fmla="*/ 79 h 79"/>
              </a:gdLst>
              <a:ahLst/>
              <a:cxnLst>
                <a:cxn ang="0">
                  <a:pos x="T0" y="T1"/>
                </a:cxn>
                <a:cxn ang="0">
                  <a:pos x="T2" y="T3"/>
                </a:cxn>
                <a:cxn ang="0">
                  <a:pos x="T4" y="T5"/>
                </a:cxn>
                <a:cxn ang="0">
                  <a:pos x="T6" y="T7"/>
                </a:cxn>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8" name="Freeform 15"/>
            <p:cNvSpPr>
              <a:spLocks/>
            </p:cNvSpPr>
            <p:nvPr/>
          </p:nvSpPr>
          <p:spPr bwMode="auto">
            <a:xfrm>
              <a:off x="2573338" y="2817813"/>
              <a:ext cx="700088" cy="2835275"/>
            </a:xfrm>
            <a:custGeom>
              <a:avLst/>
              <a:gdLst>
                <a:gd name="T0" fmla="*/ 162 w 178"/>
                <a:gd name="T1" fmla="*/ 660 h 722"/>
                <a:gd name="T2" fmla="*/ 116 w 178"/>
                <a:gd name="T3" fmla="*/ 534 h 722"/>
                <a:gd name="T4" fmla="*/ 40 w 178"/>
                <a:gd name="T5" fmla="*/ 236 h 722"/>
                <a:gd name="T6" fmla="*/ 12 w 178"/>
                <a:gd name="T7" fmla="*/ 51 h 722"/>
                <a:gd name="T8" fmla="*/ 0 w 178"/>
                <a:gd name="T9" fmla="*/ 0 h 722"/>
                <a:gd name="T10" fmla="*/ 33 w 178"/>
                <a:gd name="T11" fmla="*/ 237 h 722"/>
                <a:gd name="T12" fmla="*/ 107 w 178"/>
                <a:gd name="T13" fmla="*/ 537 h 722"/>
                <a:gd name="T14" fmla="*/ 160 w 178"/>
                <a:gd name="T15" fmla="*/ 681 h 722"/>
                <a:gd name="T16" fmla="*/ 178 w 178"/>
                <a:gd name="T17" fmla="*/ 722 h 722"/>
                <a:gd name="T18" fmla="*/ 174 w 178"/>
                <a:gd name="T19" fmla="*/ 708 h 722"/>
                <a:gd name="T20" fmla="*/ 162 w 178"/>
                <a:gd name="T21" fmla="*/ 660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9" name="Freeform 16"/>
            <p:cNvSpPr>
              <a:spLocks/>
            </p:cNvSpPr>
            <p:nvPr/>
          </p:nvSpPr>
          <p:spPr bwMode="auto">
            <a:xfrm>
              <a:off x="2506663" y="285750"/>
              <a:ext cx="90488" cy="2493963"/>
            </a:xfrm>
            <a:custGeom>
              <a:avLst/>
              <a:gdLst>
                <a:gd name="T0" fmla="*/ 11 w 23"/>
                <a:gd name="T1" fmla="*/ 577 h 635"/>
                <a:gd name="T2" fmla="*/ 12 w 23"/>
                <a:gd name="T3" fmla="*/ 589 h 635"/>
                <a:gd name="T4" fmla="*/ 22 w 23"/>
                <a:gd name="T5" fmla="*/ 632 h 635"/>
                <a:gd name="T6" fmla="*/ 23 w 23"/>
                <a:gd name="T7" fmla="*/ 635 h 635"/>
                <a:gd name="T8" fmla="*/ 17 w 23"/>
                <a:gd name="T9" fmla="*/ 576 h 635"/>
                <a:gd name="T10" fmla="*/ 5 w 23"/>
                <a:gd name="T11" fmla="*/ 269 h 635"/>
                <a:gd name="T12" fmla="*/ 15 w 23"/>
                <a:gd name="T13" fmla="*/ 0 h 635"/>
                <a:gd name="T14" fmla="*/ 12 w 23"/>
                <a:gd name="T15" fmla="*/ 0 h 635"/>
                <a:gd name="T16" fmla="*/ 1 w 23"/>
                <a:gd name="T17" fmla="*/ 269 h 635"/>
                <a:gd name="T18" fmla="*/ 11 w 23"/>
                <a:gd name="T19" fmla="*/ 577 h 6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0" name="Freeform 17"/>
            <p:cNvSpPr>
              <a:spLocks/>
            </p:cNvSpPr>
            <p:nvPr/>
          </p:nvSpPr>
          <p:spPr bwMode="auto">
            <a:xfrm>
              <a:off x="2554288" y="2598738"/>
              <a:ext cx="66675" cy="420688"/>
            </a:xfrm>
            <a:custGeom>
              <a:avLst/>
              <a:gdLst>
                <a:gd name="T0" fmla="*/ 0 w 17"/>
                <a:gd name="T1" fmla="*/ 0 h 107"/>
                <a:gd name="T2" fmla="*/ 5 w 17"/>
                <a:gd name="T3" fmla="*/ 56 h 107"/>
                <a:gd name="T4" fmla="*/ 17 w 17"/>
                <a:gd name="T5" fmla="*/ 107 h 107"/>
                <a:gd name="T6" fmla="*/ 11 w 17"/>
                <a:gd name="T7" fmla="*/ 46 h 107"/>
                <a:gd name="T8" fmla="*/ 10 w 17"/>
                <a:gd name="T9" fmla="*/ 43 h 107"/>
                <a:gd name="T10" fmla="*/ 0 w 17"/>
                <a:gd name="T11" fmla="*/ 0 h 107"/>
              </a:gdLst>
              <a:ahLst/>
              <a:cxnLst>
                <a:cxn ang="0">
                  <a:pos x="T0" y="T1"/>
                </a:cxn>
                <a:cxn ang="0">
                  <a:pos x="T2" y="T3"/>
                </a:cxn>
                <a:cxn ang="0">
                  <a:pos x="T4" y="T5"/>
                </a:cxn>
                <a:cxn ang="0">
                  <a:pos x="T6" y="T7"/>
                </a:cxn>
                <a:cxn ang="0">
                  <a:pos x="T8" y="T9"/>
                </a:cxn>
                <a:cxn ang="0">
                  <a:pos x="T10" y="T11"/>
                </a:cxn>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1" name="Freeform 18"/>
            <p:cNvSpPr>
              <a:spLocks/>
            </p:cNvSpPr>
            <p:nvPr/>
          </p:nvSpPr>
          <p:spPr bwMode="auto">
            <a:xfrm>
              <a:off x="3143251" y="4757738"/>
              <a:ext cx="161925" cy="873125"/>
            </a:xfrm>
            <a:custGeom>
              <a:avLst/>
              <a:gdLst>
                <a:gd name="T0" fmla="*/ 0 w 41"/>
                <a:gd name="T1" fmla="*/ 0 h 222"/>
                <a:gd name="T2" fmla="*/ 5 w 41"/>
                <a:gd name="T3" fmla="*/ 93 h 222"/>
                <a:gd name="T4" fmla="*/ 17 w 41"/>
                <a:gd name="T5" fmla="*/ 166 h 222"/>
                <a:gd name="T6" fmla="*/ 24 w 41"/>
                <a:gd name="T7" fmla="*/ 184 h 222"/>
                <a:gd name="T8" fmla="*/ 41 w 41"/>
                <a:gd name="T9" fmla="*/ 222 h 222"/>
                <a:gd name="T10" fmla="*/ 38 w 41"/>
                <a:gd name="T11" fmla="*/ 212 h 222"/>
                <a:gd name="T12" fmla="*/ 13 w 41"/>
                <a:gd name="T13" fmla="*/ 92 h 222"/>
                <a:gd name="T14" fmla="*/ 8 w 41"/>
                <a:gd name="T15" fmla="*/ 22 h 222"/>
                <a:gd name="T16" fmla="*/ 7 w 41"/>
                <a:gd name="T17" fmla="*/ 18 h 222"/>
                <a:gd name="T18" fmla="*/ 0 w 41"/>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2" name="Freeform 19"/>
            <p:cNvSpPr>
              <a:spLocks/>
            </p:cNvSpPr>
            <p:nvPr/>
          </p:nvSpPr>
          <p:spPr bwMode="auto">
            <a:xfrm>
              <a:off x="3148013" y="1282700"/>
              <a:ext cx="1768475" cy="3448050"/>
            </a:xfrm>
            <a:custGeom>
              <a:avLst/>
              <a:gdLst>
                <a:gd name="T0" fmla="*/ 7 w 450"/>
                <a:gd name="T1" fmla="*/ 854 h 878"/>
                <a:gd name="T2" fmla="*/ 50 w 450"/>
                <a:gd name="T3" fmla="*/ 613 h 878"/>
                <a:gd name="T4" fmla="*/ 149 w 450"/>
                <a:gd name="T5" fmla="*/ 388 h 878"/>
                <a:gd name="T6" fmla="*/ 285 w 450"/>
                <a:gd name="T7" fmla="*/ 183 h 878"/>
                <a:gd name="T8" fmla="*/ 364 w 450"/>
                <a:gd name="T9" fmla="*/ 89 h 878"/>
                <a:gd name="T10" fmla="*/ 406 w 450"/>
                <a:gd name="T11" fmla="*/ 44 h 878"/>
                <a:gd name="T12" fmla="*/ 450 w 450"/>
                <a:gd name="T13" fmla="*/ 1 h 878"/>
                <a:gd name="T14" fmla="*/ 450 w 450"/>
                <a:gd name="T15" fmla="*/ 0 h 878"/>
                <a:gd name="T16" fmla="*/ 405 w 450"/>
                <a:gd name="T17" fmla="*/ 43 h 878"/>
                <a:gd name="T18" fmla="*/ 363 w 450"/>
                <a:gd name="T19" fmla="*/ 88 h 878"/>
                <a:gd name="T20" fmla="*/ 283 w 450"/>
                <a:gd name="T21" fmla="*/ 181 h 878"/>
                <a:gd name="T22" fmla="*/ 145 w 450"/>
                <a:gd name="T23" fmla="*/ 386 h 878"/>
                <a:gd name="T24" fmla="*/ 45 w 450"/>
                <a:gd name="T25" fmla="*/ 611 h 878"/>
                <a:gd name="T26" fmla="*/ 0 w 450"/>
                <a:gd name="T27" fmla="*/ 854 h 878"/>
                <a:gd name="T28" fmla="*/ 0 w 450"/>
                <a:gd name="T29" fmla="*/ 859 h 878"/>
                <a:gd name="T30" fmla="*/ 7 w 450"/>
                <a:gd name="T31" fmla="*/ 878 h 878"/>
                <a:gd name="T32" fmla="*/ 7 w 450"/>
                <a:gd name="T33" fmla="*/ 854 h 8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3" name="Freeform 20"/>
            <p:cNvSpPr>
              <a:spLocks/>
            </p:cNvSpPr>
            <p:nvPr/>
          </p:nvSpPr>
          <p:spPr bwMode="auto">
            <a:xfrm>
              <a:off x="3273426" y="5653088"/>
              <a:ext cx="138113" cy="287338"/>
            </a:xfrm>
            <a:custGeom>
              <a:avLst/>
              <a:gdLst>
                <a:gd name="T0" fmla="*/ 0 w 35"/>
                <a:gd name="T1" fmla="*/ 0 h 73"/>
                <a:gd name="T2" fmla="*/ 26 w 35"/>
                <a:gd name="T3" fmla="*/ 73 h 73"/>
                <a:gd name="T4" fmla="*/ 35 w 35"/>
                <a:gd name="T5" fmla="*/ 73 h 73"/>
                <a:gd name="T6" fmla="*/ 0 w 35"/>
                <a:gd name="T7" fmla="*/ 0 h 73"/>
              </a:gdLst>
              <a:ahLst/>
              <a:cxnLst>
                <a:cxn ang="0">
                  <a:pos x="T0" y="T1"/>
                </a:cxn>
                <a:cxn ang="0">
                  <a:pos x="T2" y="T3"/>
                </a:cxn>
                <a:cxn ang="0">
                  <a:pos x="T4" y="T5"/>
                </a:cxn>
                <a:cxn ang="0">
                  <a:pos x="T6" y="T7"/>
                </a:cxn>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4" name="Freeform 21"/>
            <p:cNvSpPr>
              <a:spLocks/>
            </p:cNvSpPr>
            <p:nvPr/>
          </p:nvSpPr>
          <p:spPr bwMode="auto">
            <a:xfrm>
              <a:off x="3143251" y="4656138"/>
              <a:ext cx="31750" cy="188913"/>
            </a:xfrm>
            <a:custGeom>
              <a:avLst/>
              <a:gdLst>
                <a:gd name="T0" fmla="*/ 7 w 8"/>
                <a:gd name="T1" fmla="*/ 44 h 48"/>
                <a:gd name="T2" fmla="*/ 8 w 8"/>
                <a:gd name="T3" fmla="*/ 48 h 48"/>
                <a:gd name="T4" fmla="*/ 8 w 8"/>
                <a:gd name="T5" fmla="*/ 19 h 48"/>
                <a:gd name="T6" fmla="*/ 1 w 8"/>
                <a:gd name="T7" fmla="*/ 0 h 48"/>
                <a:gd name="T8" fmla="*/ 0 w 8"/>
                <a:gd name="T9" fmla="*/ 26 h 48"/>
                <a:gd name="T10" fmla="*/ 7 w 8"/>
                <a:gd name="T11" fmla="*/ 44 h 48"/>
              </a:gdLst>
              <a:ahLst/>
              <a:cxnLst>
                <a:cxn ang="0">
                  <a:pos x="T0" y="T1"/>
                </a:cxn>
                <a:cxn ang="0">
                  <a:pos x="T2" y="T3"/>
                </a:cxn>
                <a:cxn ang="0">
                  <a:pos x="T4" y="T5"/>
                </a:cxn>
                <a:cxn ang="0">
                  <a:pos x="T6" y="T7"/>
                </a:cxn>
                <a:cxn ang="0">
                  <a:pos x="T8" y="T9"/>
                </a:cxn>
                <a:cxn ang="0">
                  <a:pos x="T10" y="T11"/>
                </a:cxn>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35" name="Freeform 22"/>
            <p:cNvSpPr>
              <a:spLocks/>
            </p:cNvSpPr>
            <p:nvPr/>
          </p:nvSpPr>
          <p:spPr bwMode="auto">
            <a:xfrm>
              <a:off x="3211513" y="5410200"/>
              <a:ext cx="203200" cy="530225"/>
            </a:xfrm>
            <a:custGeom>
              <a:avLst/>
              <a:gdLst>
                <a:gd name="T0" fmla="*/ 7 w 52"/>
                <a:gd name="T1" fmla="*/ 18 h 135"/>
                <a:gd name="T2" fmla="*/ 0 w 52"/>
                <a:gd name="T3" fmla="*/ 0 h 135"/>
                <a:gd name="T4" fmla="*/ 12 w 52"/>
                <a:gd name="T5" fmla="*/ 48 h 135"/>
                <a:gd name="T6" fmla="*/ 16 w 52"/>
                <a:gd name="T7" fmla="*/ 62 h 135"/>
                <a:gd name="T8" fmla="*/ 51 w 52"/>
                <a:gd name="T9" fmla="*/ 135 h 135"/>
                <a:gd name="T10" fmla="*/ 52 w 52"/>
                <a:gd name="T11" fmla="*/ 135 h 135"/>
                <a:gd name="T12" fmla="*/ 24 w 52"/>
                <a:gd name="T13" fmla="*/ 56 h 135"/>
                <a:gd name="T14" fmla="*/ 7 w 52"/>
                <a:gd name="T15" fmla="*/ 18 h 1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a:extLst/>
          </p:spPr>
          <p:txBody>
            <a:bodyPr vert="horz" wrap="square" lIns="91440" tIns="45720" rIns="91440" bIns="45720" numCol="1" anchor="t" anchorCtr="0" compatLnSpc="1">
              <a:prstTxWarp prst="textNoShape">
                <a:avLst/>
              </a:prstTxWarp>
            </a:bodyPr>
            <a:lstStyle/>
            <a:p>
              <a:endParaRPr lang="en-US"/>
            </a:p>
          </p:txBody>
        </p:sp>
      </p:grpSp>
      <p:grpSp>
        <p:nvGrpSpPr>
          <p:cNvPr id="10" name="Group 9"/>
          <p:cNvGrpSpPr/>
          <p:nvPr/>
        </p:nvGrpSpPr>
        <p:grpSpPr>
          <a:xfrm>
            <a:off x="27221" y="-36668"/>
            <a:ext cx="2356674" cy="6889921"/>
            <a:chOff x="6627813" y="165100"/>
            <a:chExt cx="1952625" cy="5708651"/>
          </a:xfrm>
        </p:grpSpPr>
        <p:sp>
          <p:nvSpPr>
            <p:cNvPr id="11" name="Freeform 27"/>
            <p:cNvSpPr>
              <a:spLocks/>
            </p:cNvSpPr>
            <p:nvPr/>
          </p:nvSpPr>
          <p:spPr bwMode="auto">
            <a:xfrm>
              <a:off x="6627813" y="165100"/>
              <a:ext cx="409575" cy="3646488"/>
            </a:xfrm>
            <a:custGeom>
              <a:avLst/>
              <a:gdLst>
                <a:gd name="T0" fmla="*/ 7 w 103"/>
                <a:gd name="T1" fmla="*/ 210 h 920"/>
                <a:gd name="T2" fmla="*/ 26 w 103"/>
                <a:gd name="T3" fmla="*/ 445 h 920"/>
                <a:gd name="T4" fmla="*/ 57 w 103"/>
                <a:gd name="T5" fmla="*/ 679 h 920"/>
                <a:gd name="T6" fmla="*/ 101 w 103"/>
                <a:gd name="T7" fmla="*/ 911 h 920"/>
                <a:gd name="T8" fmla="*/ 103 w 103"/>
                <a:gd name="T9" fmla="*/ 920 h 920"/>
                <a:gd name="T10" fmla="*/ 99 w 103"/>
                <a:gd name="T11" fmla="*/ 874 h 920"/>
                <a:gd name="T12" fmla="*/ 99 w 103"/>
                <a:gd name="T13" fmla="*/ 866 h 920"/>
                <a:gd name="T14" fmla="*/ 63 w 103"/>
                <a:gd name="T15" fmla="*/ 678 h 920"/>
                <a:gd name="T16" fmla="*/ 30 w 103"/>
                <a:gd name="T17" fmla="*/ 444 h 920"/>
                <a:gd name="T18" fmla="*/ 9 w 103"/>
                <a:gd name="T19" fmla="*/ 209 h 920"/>
                <a:gd name="T20" fmla="*/ 3 w 103"/>
                <a:gd name="T21" fmla="*/ 92 h 920"/>
                <a:gd name="T22" fmla="*/ 1 w 103"/>
                <a:gd name="T23" fmla="*/ 0 h 920"/>
                <a:gd name="T24" fmla="*/ 0 w 103"/>
                <a:gd name="T25" fmla="*/ 0 h 920"/>
                <a:gd name="T26" fmla="*/ 1 w 103"/>
                <a:gd name="T27" fmla="*/ 92 h 920"/>
                <a:gd name="T28" fmla="*/ 7 w 103"/>
                <a:gd name="T29" fmla="*/ 210 h 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2" name="Freeform 28"/>
            <p:cNvSpPr>
              <a:spLocks/>
            </p:cNvSpPr>
            <p:nvPr/>
          </p:nvSpPr>
          <p:spPr bwMode="auto">
            <a:xfrm>
              <a:off x="7061201" y="3771900"/>
              <a:ext cx="350838" cy="1309688"/>
            </a:xfrm>
            <a:custGeom>
              <a:avLst/>
              <a:gdLst>
                <a:gd name="T0" fmla="*/ 53 w 88"/>
                <a:gd name="T1" fmla="*/ 229 h 330"/>
                <a:gd name="T2" fmla="*/ 88 w 88"/>
                <a:gd name="T3" fmla="*/ 330 h 330"/>
                <a:gd name="T4" fmla="*/ 88 w 88"/>
                <a:gd name="T5" fmla="*/ 308 h 330"/>
                <a:gd name="T6" fmla="*/ 88 w 88"/>
                <a:gd name="T7" fmla="*/ 304 h 330"/>
                <a:gd name="T8" fmla="*/ 62 w 88"/>
                <a:gd name="T9" fmla="*/ 226 h 330"/>
                <a:gd name="T10" fmla="*/ 0 w 88"/>
                <a:gd name="T11" fmla="*/ 0 h 330"/>
                <a:gd name="T12" fmla="*/ 7 w 88"/>
                <a:gd name="T13" fmla="*/ 63 h 330"/>
                <a:gd name="T14" fmla="*/ 53 w 88"/>
                <a:gd name="T15" fmla="*/ 229 h 3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3" name="Freeform 29"/>
            <p:cNvSpPr>
              <a:spLocks/>
            </p:cNvSpPr>
            <p:nvPr/>
          </p:nvSpPr>
          <p:spPr bwMode="auto">
            <a:xfrm>
              <a:off x="7439026" y="5053013"/>
              <a:ext cx="357188" cy="820738"/>
            </a:xfrm>
            <a:custGeom>
              <a:avLst/>
              <a:gdLst>
                <a:gd name="T0" fmla="*/ 6 w 90"/>
                <a:gd name="T1" fmla="*/ 15 h 207"/>
                <a:gd name="T2" fmla="*/ 0 w 90"/>
                <a:gd name="T3" fmla="*/ 0 h 207"/>
                <a:gd name="T4" fmla="*/ 1 w 90"/>
                <a:gd name="T5" fmla="*/ 29 h 207"/>
                <a:gd name="T6" fmla="*/ 42 w 90"/>
                <a:gd name="T7" fmla="*/ 127 h 207"/>
                <a:gd name="T8" fmla="*/ 80 w 90"/>
                <a:gd name="T9" fmla="*/ 207 h 207"/>
                <a:gd name="T10" fmla="*/ 90 w 90"/>
                <a:gd name="T11" fmla="*/ 207 h 207"/>
                <a:gd name="T12" fmla="*/ 50 w 90"/>
                <a:gd name="T13" fmla="*/ 123 h 207"/>
                <a:gd name="T14" fmla="*/ 6 w 90"/>
                <a:gd name="T15" fmla="*/ 15 h 20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4" name="Freeform 30"/>
            <p:cNvSpPr>
              <a:spLocks/>
            </p:cNvSpPr>
            <p:nvPr/>
          </p:nvSpPr>
          <p:spPr bwMode="auto">
            <a:xfrm>
              <a:off x="7037388" y="3811588"/>
              <a:ext cx="457200" cy="1852613"/>
            </a:xfrm>
            <a:custGeom>
              <a:avLst/>
              <a:gdLst>
                <a:gd name="T0" fmla="*/ 101 w 115"/>
                <a:gd name="T1" fmla="*/ 409 h 467"/>
                <a:gd name="T2" fmla="*/ 78 w 115"/>
                <a:gd name="T3" fmla="*/ 344 h 467"/>
                <a:gd name="T4" fmla="*/ 29 w 115"/>
                <a:gd name="T5" fmla="*/ 151 h 467"/>
                <a:gd name="T6" fmla="*/ 13 w 115"/>
                <a:gd name="T7" fmla="*/ 53 h 467"/>
                <a:gd name="T8" fmla="*/ 0 w 115"/>
                <a:gd name="T9" fmla="*/ 0 h 467"/>
                <a:gd name="T10" fmla="*/ 21 w 115"/>
                <a:gd name="T11" fmla="*/ 152 h 467"/>
                <a:gd name="T12" fmla="*/ 69 w 115"/>
                <a:gd name="T13" fmla="*/ 347 h 467"/>
                <a:gd name="T14" fmla="*/ 103 w 115"/>
                <a:gd name="T15" fmla="*/ 441 h 467"/>
                <a:gd name="T16" fmla="*/ 115 w 115"/>
                <a:gd name="T17" fmla="*/ 467 h 467"/>
                <a:gd name="T18" fmla="*/ 112 w 115"/>
                <a:gd name="T19" fmla="*/ 458 h 467"/>
                <a:gd name="T20" fmla="*/ 101 w 115"/>
                <a:gd name="T21" fmla="*/ 409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5" name="Freeform 31"/>
            <p:cNvSpPr>
              <a:spLocks/>
            </p:cNvSpPr>
            <p:nvPr/>
          </p:nvSpPr>
          <p:spPr bwMode="auto">
            <a:xfrm>
              <a:off x="6992938" y="1263650"/>
              <a:ext cx="144463" cy="2508250"/>
            </a:xfrm>
            <a:custGeom>
              <a:avLst/>
              <a:gdLst>
                <a:gd name="T0" fmla="*/ 17 w 36"/>
                <a:gd name="T1" fmla="*/ 633 h 633"/>
                <a:gd name="T2" fmla="*/ 13 w 36"/>
                <a:gd name="T3" fmla="*/ 597 h 633"/>
                <a:gd name="T4" fmla="*/ 5 w 36"/>
                <a:gd name="T5" fmla="*/ 398 h 633"/>
                <a:gd name="T6" fmla="*/ 13 w 36"/>
                <a:gd name="T7" fmla="*/ 198 h 633"/>
                <a:gd name="T8" fmla="*/ 22 w 36"/>
                <a:gd name="T9" fmla="*/ 99 h 633"/>
                <a:gd name="T10" fmla="*/ 36 w 36"/>
                <a:gd name="T11" fmla="*/ 0 h 633"/>
                <a:gd name="T12" fmla="*/ 35 w 36"/>
                <a:gd name="T13" fmla="*/ 0 h 633"/>
                <a:gd name="T14" fmla="*/ 20 w 36"/>
                <a:gd name="T15" fmla="*/ 99 h 633"/>
                <a:gd name="T16" fmla="*/ 10 w 36"/>
                <a:gd name="T17" fmla="*/ 198 h 633"/>
                <a:gd name="T18" fmla="*/ 1 w 36"/>
                <a:gd name="T19" fmla="*/ 398 h 633"/>
                <a:gd name="T20" fmla="*/ 7 w 36"/>
                <a:gd name="T21" fmla="*/ 589 h 633"/>
                <a:gd name="T22" fmla="*/ 16 w 36"/>
                <a:gd name="T23" fmla="*/ 632 h 633"/>
                <a:gd name="T24" fmla="*/ 17 w 36"/>
                <a:gd name="T25" fmla="*/ 633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6" name="Freeform 32"/>
            <p:cNvSpPr>
              <a:spLocks/>
            </p:cNvSpPr>
            <p:nvPr/>
          </p:nvSpPr>
          <p:spPr bwMode="auto">
            <a:xfrm>
              <a:off x="7526338" y="5640388"/>
              <a:ext cx="111125" cy="233363"/>
            </a:xfrm>
            <a:custGeom>
              <a:avLst/>
              <a:gdLst>
                <a:gd name="T0" fmla="*/ 22 w 28"/>
                <a:gd name="T1" fmla="*/ 59 h 59"/>
                <a:gd name="T2" fmla="*/ 28 w 28"/>
                <a:gd name="T3" fmla="*/ 59 h 59"/>
                <a:gd name="T4" fmla="*/ 0 w 28"/>
                <a:gd name="T5" fmla="*/ 0 h 59"/>
                <a:gd name="T6" fmla="*/ 22 w 28"/>
                <a:gd name="T7" fmla="*/ 59 h 59"/>
              </a:gdLst>
              <a:ahLst/>
              <a:cxnLst>
                <a:cxn ang="0">
                  <a:pos x="T0" y="T1"/>
                </a:cxn>
                <a:cxn ang="0">
                  <a:pos x="T2" y="T3"/>
                </a:cxn>
                <a:cxn ang="0">
                  <a:pos x="T4" y="T5"/>
                </a:cxn>
                <a:cxn ang="0">
                  <a:pos x="T6" y="T7"/>
                </a:cxn>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7" name="Freeform 33"/>
            <p:cNvSpPr>
              <a:spLocks/>
            </p:cNvSpPr>
            <p:nvPr/>
          </p:nvSpPr>
          <p:spPr bwMode="auto">
            <a:xfrm>
              <a:off x="7021513" y="3598863"/>
              <a:ext cx="68263" cy="423863"/>
            </a:xfrm>
            <a:custGeom>
              <a:avLst/>
              <a:gdLst>
                <a:gd name="T0" fmla="*/ 4 w 17"/>
                <a:gd name="T1" fmla="*/ 54 h 107"/>
                <a:gd name="T2" fmla="*/ 17 w 17"/>
                <a:gd name="T3" fmla="*/ 107 h 107"/>
                <a:gd name="T4" fmla="*/ 10 w 17"/>
                <a:gd name="T5" fmla="*/ 44 h 107"/>
                <a:gd name="T6" fmla="*/ 9 w 17"/>
                <a:gd name="T7" fmla="*/ 43 h 107"/>
                <a:gd name="T8" fmla="*/ 0 w 17"/>
                <a:gd name="T9" fmla="*/ 0 h 107"/>
                <a:gd name="T10" fmla="*/ 0 w 17"/>
                <a:gd name="T11" fmla="*/ 8 h 107"/>
                <a:gd name="T12" fmla="*/ 4 w 17"/>
                <a:gd name="T13" fmla="*/ 54 h 107"/>
              </a:gdLst>
              <a:ahLst/>
              <a:cxnLst>
                <a:cxn ang="0">
                  <a:pos x="T0" y="T1"/>
                </a:cxn>
                <a:cxn ang="0">
                  <a:pos x="T2" y="T3"/>
                </a:cxn>
                <a:cxn ang="0">
                  <a:pos x="T4" y="T5"/>
                </a:cxn>
                <a:cxn ang="0">
                  <a:pos x="T6" y="T7"/>
                </a:cxn>
                <a:cxn ang="0">
                  <a:pos x="T8" y="T9"/>
                </a:cxn>
                <a:cxn ang="0">
                  <a:pos x="T10" y="T11"/>
                </a:cxn>
                <a:cxn ang="0">
                  <a:pos x="T12" y="T13"/>
                </a:cxn>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8" name="Freeform 34"/>
            <p:cNvSpPr>
              <a:spLocks/>
            </p:cNvSpPr>
            <p:nvPr/>
          </p:nvSpPr>
          <p:spPr bwMode="auto">
            <a:xfrm>
              <a:off x="7412038" y="2801938"/>
              <a:ext cx="1168400" cy="2251075"/>
            </a:xfrm>
            <a:custGeom>
              <a:avLst/>
              <a:gdLst>
                <a:gd name="T0" fmla="*/ 8 w 294"/>
                <a:gd name="T1" fmla="*/ 553 h 568"/>
                <a:gd name="T2" fmla="*/ 35 w 294"/>
                <a:gd name="T3" fmla="*/ 397 h 568"/>
                <a:gd name="T4" fmla="*/ 99 w 294"/>
                <a:gd name="T5" fmla="*/ 252 h 568"/>
                <a:gd name="T6" fmla="*/ 187 w 294"/>
                <a:gd name="T7" fmla="*/ 119 h 568"/>
                <a:gd name="T8" fmla="*/ 238 w 294"/>
                <a:gd name="T9" fmla="*/ 58 h 568"/>
                <a:gd name="T10" fmla="*/ 265 w 294"/>
                <a:gd name="T11" fmla="*/ 28 h 568"/>
                <a:gd name="T12" fmla="*/ 294 w 294"/>
                <a:gd name="T13" fmla="*/ 0 h 568"/>
                <a:gd name="T14" fmla="*/ 293 w 294"/>
                <a:gd name="T15" fmla="*/ 0 h 568"/>
                <a:gd name="T16" fmla="*/ 264 w 294"/>
                <a:gd name="T17" fmla="*/ 27 h 568"/>
                <a:gd name="T18" fmla="*/ 237 w 294"/>
                <a:gd name="T19" fmla="*/ 56 h 568"/>
                <a:gd name="T20" fmla="*/ 185 w 294"/>
                <a:gd name="T21" fmla="*/ 117 h 568"/>
                <a:gd name="T22" fmla="*/ 95 w 294"/>
                <a:gd name="T23" fmla="*/ 249 h 568"/>
                <a:gd name="T24" fmla="*/ 30 w 294"/>
                <a:gd name="T25" fmla="*/ 396 h 568"/>
                <a:gd name="T26" fmla="*/ 0 w 294"/>
                <a:gd name="T27" fmla="*/ 549 h 568"/>
                <a:gd name="T28" fmla="*/ 7 w 294"/>
                <a:gd name="T29" fmla="*/ 568 h 568"/>
                <a:gd name="T30" fmla="*/ 8 w 294"/>
                <a:gd name="T31" fmla="*/ 553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9" name="Freeform 35"/>
            <p:cNvSpPr>
              <a:spLocks/>
            </p:cNvSpPr>
            <p:nvPr/>
          </p:nvSpPr>
          <p:spPr bwMode="auto">
            <a:xfrm>
              <a:off x="7494588" y="5664200"/>
              <a:ext cx="100013" cy="209550"/>
            </a:xfrm>
            <a:custGeom>
              <a:avLst/>
              <a:gdLst>
                <a:gd name="T0" fmla="*/ 0 w 25"/>
                <a:gd name="T1" fmla="*/ 0 h 53"/>
                <a:gd name="T2" fmla="*/ 19 w 25"/>
                <a:gd name="T3" fmla="*/ 53 h 53"/>
                <a:gd name="T4" fmla="*/ 25 w 25"/>
                <a:gd name="T5" fmla="*/ 53 h 53"/>
                <a:gd name="T6" fmla="*/ 0 w 25"/>
                <a:gd name="T7" fmla="*/ 0 h 53"/>
              </a:gdLst>
              <a:ahLst/>
              <a:cxnLst>
                <a:cxn ang="0">
                  <a:pos x="T0" y="T1"/>
                </a:cxn>
                <a:cxn ang="0">
                  <a:pos x="T2" y="T3"/>
                </a:cxn>
                <a:cxn ang="0">
                  <a:pos x="T4" y="T5"/>
                </a:cxn>
                <a:cxn ang="0">
                  <a:pos x="T6" y="T7"/>
                </a:cxn>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0" name="Freeform 36"/>
            <p:cNvSpPr>
              <a:spLocks/>
            </p:cNvSpPr>
            <p:nvPr/>
          </p:nvSpPr>
          <p:spPr bwMode="auto">
            <a:xfrm>
              <a:off x="7412038" y="5081588"/>
              <a:ext cx="114300" cy="558800"/>
            </a:xfrm>
            <a:custGeom>
              <a:avLst/>
              <a:gdLst>
                <a:gd name="T0" fmla="*/ 0 w 29"/>
                <a:gd name="T1" fmla="*/ 0 h 141"/>
                <a:gd name="T2" fmla="*/ 7 w 29"/>
                <a:gd name="T3" fmla="*/ 89 h 141"/>
                <a:gd name="T4" fmla="*/ 18 w 29"/>
                <a:gd name="T5" fmla="*/ 117 h 141"/>
                <a:gd name="T6" fmla="*/ 29 w 29"/>
                <a:gd name="T7" fmla="*/ 141 h 141"/>
                <a:gd name="T8" fmla="*/ 27 w 29"/>
                <a:gd name="T9" fmla="*/ 135 h 141"/>
                <a:gd name="T10" fmla="*/ 8 w 29"/>
                <a:gd name="T11" fmla="*/ 22 h 141"/>
                <a:gd name="T12" fmla="*/ 4 w 29"/>
                <a:gd name="T13" fmla="*/ 11 h 141"/>
                <a:gd name="T14" fmla="*/ 0 w 29"/>
                <a:gd name="T15" fmla="*/ 0 h 1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1" name="Freeform 37"/>
            <p:cNvSpPr>
              <a:spLocks/>
            </p:cNvSpPr>
            <p:nvPr/>
          </p:nvSpPr>
          <p:spPr bwMode="auto">
            <a:xfrm>
              <a:off x="7412038" y="4978400"/>
              <a:ext cx="31750" cy="188913"/>
            </a:xfrm>
            <a:custGeom>
              <a:avLst/>
              <a:gdLst>
                <a:gd name="T0" fmla="*/ 0 w 8"/>
                <a:gd name="T1" fmla="*/ 26 h 48"/>
                <a:gd name="T2" fmla="*/ 4 w 8"/>
                <a:gd name="T3" fmla="*/ 37 h 48"/>
                <a:gd name="T4" fmla="*/ 8 w 8"/>
                <a:gd name="T5" fmla="*/ 48 h 48"/>
                <a:gd name="T6" fmla="*/ 7 w 8"/>
                <a:gd name="T7" fmla="*/ 19 h 48"/>
                <a:gd name="T8" fmla="*/ 0 w 8"/>
                <a:gd name="T9" fmla="*/ 0 h 48"/>
                <a:gd name="T10" fmla="*/ 0 w 8"/>
                <a:gd name="T11" fmla="*/ 4 h 48"/>
                <a:gd name="T12" fmla="*/ 0 w 8"/>
                <a:gd name="T13" fmla="*/ 26 h 48"/>
              </a:gdLst>
              <a:ahLst/>
              <a:cxnLst>
                <a:cxn ang="0">
                  <a:pos x="T0" y="T1"/>
                </a:cxn>
                <a:cxn ang="0">
                  <a:pos x="T2" y="T3"/>
                </a:cxn>
                <a:cxn ang="0">
                  <a:pos x="T4" y="T5"/>
                </a:cxn>
                <a:cxn ang="0">
                  <a:pos x="T6" y="T7"/>
                </a:cxn>
                <a:cxn ang="0">
                  <a:pos x="T8" y="T9"/>
                </a:cxn>
                <a:cxn ang="0">
                  <a:pos x="T10" y="T11"/>
                </a:cxn>
                <a:cxn ang="0">
                  <a:pos x="T12" y="T13"/>
                </a:cxn>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22" name="Freeform 38"/>
            <p:cNvSpPr>
              <a:spLocks/>
            </p:cNvSpPr>
            <p:nvPr/>
          </p:nvSpPr>
          <p:spPr bwMode="auto">
            <a:xfrm>
              <a:off x="7439026" y="5434013"/>
              <a:ext cx="174625" cy="439738"/>
            </a:xfrm>
            <a:custGeom>
              <a:avLst/>
              <a:gdLst>
                <a:gd name="T0" fmla="*/ 11 w 44"/>
                <a:gd name="T1" fmla="*/ 28 h 111"/>
                <a:gd name="T2" fmla="*/ 0 w 44"/>
                <a:gd name="T3" fmla="*/ 0 h 111"/>
                <a:gd name="T4" fmla="*/ 11 w 44"/>
                <a:gd name="T5" fmla="*/ 49 h 111"/>
                <a:gd name="T6" fmla="*/ 14 w 44"/>
                <a:gd name="T7" fmla="*/ 58 h 111"/>
                <a:gd name="T8" fmla="*/ 39 w 44"/>
                <a:gd name="T9" fmla="*/ 111 h 111"/>
                <a:gd name="T10" fmla="*/ 44 w 44"/>
                <a:gd name="T11" fmla="*/ 111 h 111"/>
                <a:gd name="T12" fmla="*/ 22 w 44"/>
                <a:gd name="T13" fmla="*/ 52 h 111"/>
                <a:gd name="T14" fmla="*/ 11 w 44"/>
                <a:gd name="T15" fmla="*/ 28 h 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6" name="Freeform 11"/>
          <p:cNvSpPr>
            <a:spLocks/>
          </p:cNvSpPr>
          <p:nvPr userDrawn="1"/>
        </p:nvSpPr>
        <p:spPr bwMode="auto">
          <a:xfrm flipV="1">
            <a:off x="11008895" y="6196262"/>
            <a:ext cx="633827" cy="348917"/>
          </a:xfrm>
          <a:custGeom>
            <a:avLst/>
            <a:gdLst>
              <a:gd name="T0" fmla="*/ 365 w 367"/>
              <a:gd name="T1" fmla="*/ 50 h 106"/>
              <a:gd name="T2" fmla="*/ 317 w 367"/>
              <a:gd name="T3" fmla="*/ 2 h 106"/>
              <a:gd name="T4" fmla="*/ 316 w 367"/>
              <a:gd name="T5" fmla="*/ 1 h 106"/>
              <a:gd name="T6" fmla="*/ 313 w 367"/>
              <a:gd name="T7" fmla="*/ 0 h 106"/>
              <a:gd name="T8" fmla="*/ 294 w 367"/>
              <a:gd name="T9" fmla="*/ 0 h 106"/>
              <a:gd name="T10" fmla="*/ 5 w 367"/>
              <a:gd name="T11" fmla="*/ 0 h 106"/>
              <a:gd name="T12" fmla="*/ 0 w 367"/>
              <a:gd name="T13" fmla="*/ 0 h 106"/>
              <a:gd name="T14" fmla="*/ 0 w 367"/>
              <a:gd name="T15" fmla="*/ 5 h 106"/>
              <a:gd name="T16" fmla="*/ 0 w 367"/>
              <a:gd name="T17" fmla="*/ 100 h 106"/>
              <a:gd name="T18" fmla="*/ 0 w 367"/>
              <a:gd name="T19" fmla="*/ 106 h 106"/>
              <a:gd name="T20" fmla="*/ 5 w 367"/>
              <a:gd name="T21" fmla="*/ 106 h 106"/>
              <a:gd name="T22" fmla="*/ 294 w 367"/>
              <a:gd name="T23" fmla="*/ 106 h 106"/>
              <a:gd name="T24" fmla="*/ 313 w 367"/>
              <a:gd name="T25" fmla="*/ 106 h 106"/>
              <a:gd name="T26" fmla="*/ 316 w 367"/>
              <a:gd name="T27" fmla="*/ 105 h 106"/>
              <a:gd name="T28" fmla="*/ 317 w 367"/>
              <a:gd name="T29" fmla="*/ 104 h 106"/>
              <a:gd name="T30" fmla="*/ 365 w 367"/>
              <a:gd name="T31" fmla="*/ 56 h 106"/>
              <a:gd name="T32" fmla="*/ 365 w 367"/>
              <a:gd name="T33" fmla="*/ 50 h 106"/>
              <a:gd name="connsiteX0" fmla="*/ 9946 w 9946"/>
              <a:gd name="connsiteY0" fmla="*/ 4717 h 10000"/>
              <a:gd name="connsiteX1" fmla="*/ 8638 w 9946"/>
              <a:gd name="connsiteY1" fmla="*/ 189 h 10000"/>
              <a:gd name="connsiteX2" fmla="*/ 8610 w 9946"/>
              <a:gd name="connsiteY2" fmla="*/ 94 h 10000"/>
              <a:gd name="connsiteX3" fmla="*/ 8529 w 9946"/>
              <a:gd name="connsiteY3" fmla="*/ 0 h 10000"/>
              <a:gd name="connsiteX4" fmla="*/ 8011 w 9946"/>
              <a:gd name="connsiteY4" fmla="*/ 0 h 10000"/>
              <a:gd name="connsiteX5" fmla="*/ 874 w 9946"/>
              <a:gd name="connsiteY5" fmla="*/ 70 h 10000"/>
              <a:gd name="connsiteX6" fmla="*/ 136 w 9946"/>
              <a:gd name="connsiteY6" fmla="*/ 0 h 10000"/>
              <a:gd name="connsiteX7" fmla="*/ 0 w 9946"/>
              <a:gd name="connsiteY7" fmla="*/ 0 h 10000"/>
              <a:gd name="connsiteX8" fmla="*/ 0 w 9946"/>
              <a:gd name="connsiteY8" fmla="*/ 472 h 10000"/>
              <a:gd name="connsiteX9" fmla="*/ 0 w 9946"/>
              <a:gd name="connsiteY9" fmla="*/ 9434 h 10000"/>
              <a:gd name="connsiteX10" fmla="*/ 0 w 9946"/>
              <a:gd name="connsiteY10" fmla="*/ 10000 h 10000"/>
              <a:gd name="connsiteX11" fmla="*/ 136 w 9946"/>
              <a:gd name="connsiteY11" fmla="*/ 10000 h 10000"/>
              <a:gd name="connsiteX12" fmla="*/ 8011 w 9946"/>
              <a:gd name="connsiteY12" fmla="*/ 10000 h 10000"/>
              <a:gd name="connsiteX13" fmla="*/ 8529 w 9946"/>
              <a:gd name="connsiteY13" fmla="*/ 10000 h 10000"/>
              <a:gd name="connsiteX14" fmla="*/ 8610 w 9946"/>
              <a:gd name="connsiteY14" fmla="*/ 9906 h 10000"/>
              <a:gd name="connsiteX15" fmla="*/ 8638 w 9946"/>
              <a:gd name="connsiteY15" fmla="*/ 9811 h 10000"/>
              <a:gd name="connsiteX16" fmla="*/ 9946 w 9946"/>
              <a:gd name="connsiteY16" fmla="*/ 5283 h 10000"/>
              <a:gd name="connsiteX17" fmla="*/ 9946 w 9946"/>
              <a:gd name="connsiteY17" fmla="*/ 4717 h 10000"/>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0 w 10000"/>
              <a:gd name="connsiteY10" fmla="*/ 10000 h 10034"/>
              <a:gd name="connsiteX11" fmla="*/ 137 w 10000"/>
              <a:gd name="connsiteY11" fmla="*/ 10000 h 10034"/>
              <a:gd name="connsiteX12" fmla="*/ 903 w 10000"/>
              <a:gd name="connsiteY12" fmla="*/ 10034 h 10034"/>
              <a:gd name="connsiteX13" fmla="*/ 8054 w 10000"/>
              <a:gd name="connsiteY13" fmla="*/ 10000 h 10034"/>
              <a:gd name="connsiteX14" fmla="*/ 8575 w 10000"/>
              <a:gd name="connsiteY14" fmla="*/ 10000 h 10034"/>
              <a:gd name="connsiteX15" fmla="*/ 8657 w 10000"/>
              <a:gd name="connsiteY15" fmla="*/ 9906 h 10034"/>
              <a:gd name="connsiteX16" fmla="*/ 8685 w 10000"/>
              <a:gd name="connsiteY16" fmla="*/ 9811 h 10034"/>
              <a:gd name="connsiteX17" fmla="*/ 10000 w 10000"/>
              <a:gd name="connsiteY17" fmla="*/ 5283 h 10034"/>
              <a:gd name="connsiteX18" fmla="*/ 10000 w 10000"/>
              <a:gd name="connsiteY18"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0 w 10000"/>
              <a:gd name="connsiteY10" fmla="*/ 10000 h 10034"/>
              <a:gd name="connsiteX11" fmla="*/ 903 w 10000"/>
              <a:gd name="connsiteY11" fmla="*/ 10034 h 10034"/>
              <a:gd name="connsiteX12" fmla="*/ 8054 w 10000"/>
              <a:gd name="connsiteY12" fmla="*/ 10000 h 10034"/>
              <a:gd name="connsiteX13" fmla="*/ 8575 w 10000"/>
              <a:gd name="connsiteY13" fmla="*/ 10000 h 10034"/>
              <a:gd name="connsiteX14" fmla="*/ 8657 w 10000"/>
              <a:gd name="connsiteY14" fmla="*/ 9906 h 10034"/>
              <a:gd name="connsiteX15" fmla="*/ 8685 w 10000"/>
              <a:gd name="connsiteY15" fmla="*/ 9811 h 10034"/>
              <a:gd name="connsiteX16" fmla="*/ 10000 w 10000"/>
              <a:gd name="connsiteY16" fmla="*/ 5283 h 10034"/>
              <a:gd name="connsiteX17" fmla="*/ 10000 w 10000"/>
              <a:gd name="connsiteY17"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0 w 10000"/>
              <a:gd name="connsiteY9" fmla="*/ 9434 h 10034"/>
              <a:gd name="connsiteX10" fmla="*/ 903 w 10000"/>
              <a:gd name="connsiteY10" fmla="*/ 10034 h 10034"/>
              <a:gd name="connsiteX11" fmla="*/ 8054 w 10000"/>
              <a:gd name="connsiteY11" fmla="*/ 10000 h 10034"/>
              <a:gd name="connsiteX12" fmla="*/ 8575 w 10000"/>
              <a:gd name="connsiteY12" fmla="*/ 10000 h 10034"/>
              <a:gd name="connsiteX13" fmla="*/ 8657 w 10000"/>
              <a:gd name="connsiteY13" fmla="*/ 9906 h 10034"/>
              <a:gd name="connsiteX14" fmla="*/ 8685 w 10000"/>
              <a:gd name="connsiteY14" fmla="*/ 9811 h 10034"/>
              <a:gd name="connsiteX15" fmla="*/ 10000 w 10000"/>
              <a:gd name="connsiteY15" fmla="*/ 5283 h 10034"/>
              <a:gd name="connsiteX16" fmla="*/ 10000 w 10000"/>
              <a:gd name="connsiteY16"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0 w 10000"/>
              <a:gd name="connsiteY8" fmla="*/ 472 h 10034"/>
              <a:gd name="connsiteX9" fmla="*/ 903 w 10000"/>
              <a:gd name="connsiteY9" fmla="*/ 10034 h 10034"/>
              <a:gd name="connsiteX10" fmla="*/ 8054 w 10000"/>
              <a:gd name="connsiteY10" fmla="*/ 10000 h 10034"/>
              <a:gd name="connsiteX11" fmla="*/ 8575 w 10000"/>
              <a:gd name="connsiteY11" fmla="*/ 10000 h 10034"/>
              <a:gd name="connsiteX12" fmla="*/ 8657 w 10000"/>
              <a:gd name="connsiteY12" fmla="*/ 9906 h 10034"/>
              <a:gd name="connsiteX13" fmla="*/ 8685 w 10000"/>
              <a:gd name="connsiteY13" fmla="*/ 9811 h 10034"/>
              <a:gd name="connsiteX14" fmla="*/ 10000 w 10000"/>
              <a:gd name="connsiteY14" fmla="*/ 5283 h 10034"/>
              <a:gd name="connsiteX15" fmla="*/ 10000 w 10000"/>
              <a:gd name="connsiteY15" fmla="*/ 4717 h 10034"/>
              <a:gd name="connsiteX0" fmla="*/ 10000 w 10000"/>
              <a:gd name="connsiteY0" fmla="*/ 4717 h 10034"/>
              <a:gd name="connsiteX1" fmla="*/ 8685 w 10000"/>
              <a:gd name="connsiteY1" fmla="*/ 189 h 10034"/>
              <a:gd name="connsiteX2" fmla="*/ 8657 w 10000"/>
              <a:gd name="connsiteY2" fmla="*/ 94 h 10034"/>
              <a:gd name="connsiteX3" fmla="*/ 8575 w 10000"/>
              <a:gd name="connsiteY3" fmla="*/ 0 h 10034"/>
              <a:gd name="connsiteX4" fmla="*/ 8054 w 10000"/>
              <a:gd name="connsiteY4" fmla="*/ 0 h 10034"/>
              <a:gd name="connsiteX5" fmla="*/ 879 w 10000"/>
              <a:gd name="connsiteY5" fmla="*/ 70 h 10034"/>
              <a:gd name="connsiteX6" fmla="*/ 137 w 10000"/>
              <a:gd name="connsiteY6" fmla="*/ 0 h 10034"/>
              <a:gd name="connsiteX7" fmla="*/ 0 w 10000"/>
              <a:gd name="connsiteY7" fmla="*/ 0 h 10034"/>
              <a:gd name="connsiteX8" fmla="*/ 903 w 10000"/>
              <a:gd name="connsiteY8" fmla="*/ 10034 h 10034"/>
              <a:gd name="connsiteX9" fmla="*/ 8054 w 10000"/>
              <a:gd name="connsiteY9" fmla="*/ 10000 h 10034"/>
              <a:gd name="connsiteX10" fmla="*/ 8575 w 10000"/>
              <a:gd name="connsiteY10" fmla="*/ 10000 h 10034"/>
              <a:gd name="connsiteX11" fmla="*/ 8657 w 10000"/>
              <a:gd name="connsiteY11" fmla="*/ 9906 h 10034"/>
              <a:gd name="connsiteX12" fmla="*/ 8685 w 10000"/>
              <a:gd name="connsiteY12" fmla="*/ 9811 h 10034"/>
              <a:gd name="connsiteX13" fmla="*/ 10000 w 10000"/>
              <a:gd name="connsiteY13" fmla="*/ 5283 h 10034"/>
              <a:gd name="connsiteX14" fmla="*/ 10000 w 10000"/>
              <a:gd name="connsiteY14" fmla="*/ 4717 h 10034"/>
              <a:gd name="connsiteX0" fmla="*/ 9863 w 9863"/>
              <a:gd name="connsiteY0" fmla="*/ 4717 h 10034"/>
              <a:gd name="connsiteX1" fmla="*/ 8548 w 9863"/>
              <a:gd name="connsiteY1" fmla="*/ 189 h 10034"/>
              <a:gd name="connsiteX2" fmla="*/ 8520 w 9863"/>
              <a:gd name="connsiteY2" fmla="*/ 94 h 10034"/>
              <a:gd name="connsiteX3" fmla="*/ 8438 w 9863"/>
              <a:gd name="connsiteY3" fmla="*/ 0 h 10034"/>
              <a:gd name="connsiteX4" fmla="*/ 7917 w 9863"/>
              <a:gd name="connsiteY4" fmla="*/ 0 h 10034"/>
              <a:gd name="connsiteX5" fmla="*/ 742 w 9863"/>
              <a:gd name="connsiteY5" fmla="*/ 70 h 10034"/>
              <a:gd name="connsiteX6" fmla="*/ 0 w 9863"/>
              <a:gd name="connsiteY6" fmla="*/ 0 h 10034"/>
              <a:gd name="connsiteX7" fmla="*/ 766 w 9863"/>
              <a:gd name="connsiteY7" fmla="*/ 10034 h 10034"/>
              <a:gd name="connsiteX8" fmla="*/ 7917 w 9863"/>
              <a:gd name="connsiteY8" fmla="*/ 10000 h 10034"/>
              <a:gd name="connsiteX9" fmla="*/ 8438 w 9863"/>
              <a:gd name="connsiteY9" fmla="*/ 10000 h 10034"/>
              <a:gd name="connsiteX10" fmla="*/ 8520 w 9863"/>
              <a:gd name="connsiteY10" fmla="*/ 9906 h 10034"/>
              <a:gd name="connsiteX11" fmla="*/ 8548 w 9863"/>
              <a:gd name="connsiteY11" fmla="*/ 9811 h 10034"/>
              <a:gd name="connsiteX12" fmla="*/ 9863 w 9863"/>
              <a:gd name="connsiteY12" fmla="*/ 5283 h 10034"/>
              <a:gd name="connsiteX13" fmla="*/ 9863 w 9863"/>
              <a:gd name="connsiteY13" fmla="*/ 4717 h 10034"/>
              <a:gd name="connsiteX0" fmla="*/ 9248 w 9248"/>
              <a:gd name="connsiteY0" fmla="*/ 4701 h 10000"/>
              <a:gd name="connsiteX1" fmla="*/ 7915 w 9248"/>
              <a:gd name="connsiteY1" fmla="*/ 188 h 10000"/>
              <a:gd name="connsiteX2" fmla="*/ 7886 w 9248"/>
              <a:gd name="connsiteY2" fmla="*/ 94 h 10000"/>
              <a:gd name="connsiteX3" fmla="*/ 7803 w 9248"/>
              <a:gd name="connsiteY3" fmla="*/ 0 h 10000"/>
              <a:gd name="connsiteX4" fmla="*/ 7275 w 9248"/>
              <a:gd name="connsiteY4" fmla="*/ 0 h 10000"/>
              <a:gd name="connsiteX5" fmla="*/ 0 w 9248"/>
              <a:gd name="connsiteY5" fmla="*/ 70 h 10000"/>
              <a:gd name="connsiteX6" fmla="*/ 25 w 9248"/>
              <a:gd name="connsiteY6" fmla="*/ 10000 h 10000"/>
              <a:gd name="connsiteX7" fmla="*/ 7275 w 9248"/>
              <a:gd name="connsiteY7" fmla="*/ 9966 h 10000"/>
              <a:gd name="connsiteX8" fmla="*/ 7803 w 9248"/>
              <a:gd name="connsiteY8" fmla="*/ 9966 h 10000"/>
              <a:gd name="connsiteX9" fmla="*/ 7886 w 9248"/>
              <a:gd name="connsiteY9" fmla="*/ 9872 h 10000"/>
              <a:gd name="connsiteX10" fmla="*/ 7915 w 9248"/>
              <a:gd name="connsiteY10" fmla="*/ 9778 h 10000"/>
              <a:gd name="connsiteX11" fmla="*/ 9248 w 9248"/>
              <a:gd name="connsiteY11" fmla="*/ 5265 h 10000"/>
              <a:gd name="connsiteX12" fmla="*/ 9248 w 9248"/>
              <a:gd name="connsiteY12" fmla="*/ 4701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Slide Number Placeholder 3"/>
          <p:cNvSpPr>
            <a:spLocks noGrp="1"/>
          </p:cNvSpPr>
          <p:nvPr>
            <p:ph type="sldNum" sz="quarter" idx="4"/>
          </p:nvPr>
        </p:nvSpPr>
        <p:spPr>
          <a:xfrm>
            <a:off x="11205274" y="6215063"/>
            <a:ext cx="779462" cy="365125"/>
          </a:xfrm>
          <a:prstGeom prst="rect">
            <a:avLst/>
          </a:prstGeom>
        </p:spPr>
        <p:txBody>
          <a:bodyPr/>
          <a:lstStyle/>
          <a:p>
            <a:fld id="{16845AD9-D1F4-4EC2-844C-79E58D9B0E6B}" type="slidenum">
              <a:rPr lang="en-US" sz="1400" smtClean="0"/>
              <a:pPr/>
              <a:t>‹#›</a:t>
            </a:fld>
            <a:endParaRPr lang="en-US" sz="1400" dirty="0"/>
          </a:p>
        </p:txBody>
      </p:sp>
    </p:spTree>
    <p:extLst>
      <p:ext uri="{BB962C8B-B14F-4D97-AF65-F5344CB8AC3E}">
        <p14:creationId xmlns:p14="http://schemas.microsoft.com/office/powerpoint/2010/main" val="2788059746"/>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4" r:id="rId3"/>
    <p:sldLayoutId id="2147483665" r:id="rId4"/>
  </p:sldLayoutIdLst>
  <p:hf hd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ct val="20000"/>
        </a:spcBef>
        <a:spcAft>
          <a:spcPts val="600"/>
        </a:spcAft>
        <a:buClr>
          <a:schemeClr val="accent1"/>
        </a:buClr>
        <a:buFont typeface="Wingdings 3" charset="2"/>
        <a:buChar char=""/>
        <a:defRPr sz="1200" kern="1200">
          <a:solidFill>
            <a:schemeClr val="tx1"/>
          </a:solidFill>
          <a:latin typeface="+mn-lt"/>
          <a:ea typeface="+mn-ea"/>
          <a:cs typeface="+mn-cs"/>
        </a:defRPr>
      </a:lvl6pPr>
      <a:lvl7pPr marL="2971800" indent="-228600" algn="l" defTabSz="457200" rtl="0" eaLnBrk="1" latinLnBrk="0" hangingPunct="1">
        <a:spcBef>
          <a:spcPct val="20000"/>
        </a:spcBef>
        <a:spcAft>
          <a:spcPts val="600"/>
        </a:spcAft>
        <a:buClr>
          <a:schemeClr val="accent1"/>
        </a:buClr>
        <a:buFont typeface="Wingdings 3" charset="2"/>
        <a:buChar char=""/>
        <a:defRPr sz="1200" kern="1200">
          <a:solidFill>
            <a:schemeClr val="tx1"/>
          </a:solidFill>
          <a:latin typeface="+mn-lt"/>
          <a:ea typeface="+mn-ea"/>
          <a:cs typeface="+mn-cs"/>
        </a:defRPr>
      </a:lvl7pPr>
      <a:lvl8pPr marL="3429000" indent="-228600" algn="l" defTabSz="457200" rtl="0" eaLnBrk="1" latinLnBrk="0" hangingPunct="1">
        <a:spcBef>
          <a:spcPct val="20000"/>
        </a:spcBef>
        <a:spcAft>
          <a:spcPts val="600"/>
        </a:spcAft>
        <a:buClr>
          <a:schemeClr val="accent1"/>
        </a:buClr>
        <a:buFont typeface="Wingdings 3" charset="2"/>
        <a:buChar char=""/>
        <a:defRPr sz="1200" kern="1200">
          <a:solidFill>
            <a:schemeClr val="tx1"/>
          </a:solidFill>
          <a:latin typeface="+mn-lt"/>
          <a:ea typeface="+mn-ea"/>
          <a:cs typeface="+mn-cs"/>
        </a:defRPr>
      </a:lvl8pPr>
      <a:lvl9pPr marL="3886200" indent="-228600" algn="l" defTabSz="457200" rtl="0" eaLnBrk="1" latinLnBrk="0" hangingPunct="1">
        <a:spcBef>
          <a:spcPct val="20000"/>
        </a:spcBef>
        <a:spcAft>
          <a:spcPts val="600"/>
        </a:spcAft>
        <a:buClr>
          <a:schemeClr val="accent1"/>
        </a:buClr>
        <a:buFont typeface="Wingdings 3"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204" y="2058750"/>
            <a:ext cx="10290408" cy="1468800"/>
          </a:xfrm>
        </p:spPr>
        <p:txBody>
          <a:bodyPr>
            <a:normAutofit fontScale="90000"/>
          </a:bodyPr>
          <a:lstStyle/>
          <a:p>
            <a:pPr algn="ctr">
              <a:lnSpc>
                <a:spcPct val="150000"/>
              </a:lnSpc>
              <a:spcBef>
                <a:spcPts val="0"/>
              </a:spcBef>
            </a:pPr>
            <a:r>
              <a:rPr lang="en-US" sz="4800" b="1" dirty="0" smtClean="0">
                <a:solidFill>
                  <a:schemeClr val="accent2">
                    <a:lumMod val="75000"/>
                  </a:schemeClr>
                </a:solidFill>
                <a:effectLst>
                  <a:outerShdw blurRad="38100" dist="38100" dir="2700000" algn="tl">
                    <a:srgbClr val="000000">
                      <a:alpha val="43137"/>
                    </a:srgbClr>
                  </a:outerShdw>
                </a:effectLst>
              </a:rPr>
              <a:t>Object Oriented Analysis </a:t>
            </a:r>
            <a:r>
              <a:rPr lang="en-US" sz="4800" b="1" smtClean="0">
                <a:solidFill>
                  <a:schemeClr val="accent2">
                    <a:lumMod val="75000"/>
                  </a:schemeClr>
                </a:solidFill>
                <a:effectLst>
                  <a:outerShdw blurRad="38100" dist="38100" dir="2700000" algn="tl">
                    <a:srgbClr val="000000">
                      <a:alpha val="43137"/>
                    </a:srgbClr>
                  </a:outerShdw>
                </a:effectLst>
              </a:rPr>
              <a:t>and Design</a:t>
            </a:r>
            <a:br>
              <a:rPr lang="en-US" sz="4800" b="1" smtClean="0">
                <a:solidFill>
                  <a:schemeClr val="accent2">
                    <a:lumMod val="75000"/>
                  </a:schemeClr>
                </a:solidFill>
                <a:effectLst>
                  <a:outerShdw blurRad="38100" dist="38100" dir="2700000" algn="tl">
                    <a:srgbClr val="000000">
                      <a:alpha val="43137"/>
                    </a:srgbClr>
                  </a:outerShdw>
                </a:effectLst>
              </a:rPr>
            </a:br>
            <a:r>
              <a:rPr lang="en-US" sz="4000" b="1" smtClean="0">
                <a:solidFill>
                  <a:srgbClr val="FF0000"/>
                </a:solidFill>
                <a:effectLst>
                  <a:outerShdw blurRad="38100" dist="38100" dir="2700000" algn="tl">
                    <a:srgbClr val="000000">
                      <a:alpha val="43137"/>
                    </a:srgbClr>
                  </a:outerShdw>
                </a:effectLst>
              </a:rPr>
              <a:t>Mapping </a:t>
            </a:r>
            <a:r>
              <a:rPr lang="en-US" sz="4000" b="1">
                <a:solidFill>
                  <a:srgbClr val="FF0000"/>
                </a:solidFill>
                <a:effectLst>
                  <a:outerShdw blurRad="38100" dist="38100" dir="2700000" algn="tl">
                    <a:srgbClr val="000000">
                      <a:alpha val="43137"/>
                    </a:srgbClr>
                  </a:outerShdw>
                </a:effectLst>
              </a:rPr>
              <a:t>Designs to </a:t>
            </a:r>
            <a:r>
              <a:rPr lang="en-US" sz="4000" b="1" smtClean="0">
                <a:solidFill>
                  <a:srgbClr val="FF0000"/>
                </a:solidFill>
                <a:effectLst>
                  <a:outerShdw blurRad="38100" dist="38100" dir="2700000" algn="tl">
                    <a:srgbClr val="000000">
                      <a:alpha val="43137"/>
                    </a:srgbClr>
                  </a:outerShdw>
                </a:effectLst>
              </a:rPr>
              <a:t>Code</a:t>
            </a:r>
            <a:endParaRPr lang="en-US" sz="4000" b="1" dirty="0">
              <a:effectLst>
                <a:outerShdw blurRad="38100" dist="38100" dir="2700000" algn="tl">
                  <a:srgbClr val="000000">
                    <a:alpha val="43137"/>
                  </a:srgbClr>
                </a:outerShdw>
              </a:effectLst>
            </a:endParaRPr>
          </a:p>
        </p:txBody>
      </p:sp>
      <p:sp>
        <p:nvSpPr>
          <p:cNvPr id="3" name="Text Placeholder 2"/>
          <p:cNvSpPr>
            <a:spLocks noGrp="1"/>
          </p:cNvSpPr>
          <p:nvPr>
            <p:ph type="body" idx="1"/>
          </p:nvPr>
        </p:nvSpPr>
        <p:spPr>
          <a:xfrm>
            <a:off x="2589213" y="4880041"/>
            <a:ext cx="8915399" cy="860400"/>
          </a:xfrm>
        </p:spPr>
        <p:txBody>
          <a:bodyPr>
            <a:normAutofit/>
          </a:bodyPr>
          <a:lstStyle/>
          <a:p>
            <a:pPr algn="r"/>
            <a:r>
              <a:rPr lang="en-US" sz="2000" smtClean="0"/>
              <a:t>thanh.nguyenthi@hoasen.edu.vn</a:t>
            </a:r>
            <a:endParaRPr lang="en-US" sz="2000" dirty="0"/>
          </a:p>
        </p:txBody>
      </p:sp>
      <p:sp>
        <p:nvSpPr>
          <p:cNvPr id="6" name="Slide Number Placeholder 3"/>
          <p:cNvSpPr>
            <a:spLocks noGrp="1"/>
          </p:cNvSpPr>
          <p:nvPr>
            <p:ph type="sldNum" sz="quarter" idx="4294967295"/>
          </p:nvPr>
        </p:nvSpPr>
        <p:spPr>
          <a:xfrm>
            <a:off x="11205274" y="6215063"/>
            <a:ext cx="779462" cy="365125"/>
          </a:xfrm>
          <a:prstGeom prst="rect">
            <a:avLst/>
          </a:prstGeom>
        </p:spPr>
        <p:txBody>
          <a:bodyPr/>
          <a:lstStyle/>
          <a:p>
            <a:fld id="{16845AD9-D1F4-4EC2-844C-79E58D9B0E6B}" type="slidenum">
              <a:rPr lang="en-US" sz="1400" smtClean="0"/>
              <a:pPr/>
              <a:t>1</a:t>
            </a:fld>
            <a:endParaRPr lang="en-US" sz="1400" dirty="0"/>
          </a:p>
        </p:txBody>
      </p:sp>
    </p:spTree>
    <p:extLst>
      <p:ext uri="{BB962C8B-B14F-4D97-AF65-F5344CB8AC3E}">
        <p14:creationId xmlns:p14="http://schemas.microsoft.com/office/powerpoint/2010/main" val="34583977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4294967295"/>
          </p:nvPr>
        </p:nvSpPr>
        <p:spPr>
          <a:xfrm>
            <a:off x="9347200" y="6492875"/>
            <a:ext cx="2844800" cy="365125"/>
          </a:xfrm>
          <a:prstGeom prst="rect">
            <a:avLst/>
          </a:prstGeom>
        </p:spPr>
        <p:txBody>
          <a:bodyPr/>
          <a:lstStyle/>
          <a:p>
            <a:pPr>
              <a:defRPr/>
            </a:pPr>
            <a:fld id="{6589F0F8-7BF9-4094-9D4D-E83D919C2EA3}" type="slidenum">
              <a:rPr lang="vi-VN" smtClean="0">
                <a:solidFill>
                  <a:prstClr val="white"/>
                </a:solidFill>
              </a:rPr>
              <a:pPr>
                <a:defRPr/>
              </a:pPr>
              <a:t>2</a:t>
            </a:fld>
            <a:endParaRPr lang="vi-VN">
              <a:solidFill>
                <a:prstClr val="white"/>
              </a:solidFill>
            </a:endParaRPr>
          </a:p>
        </p:txBody>
      </p:sp>
      <p:graphicFrame>
        <p:nvGraphicFramePr>
          <p:cNvPr id="25602" name="Object 2"/>
          <p:cNvGraphicFramePr>
            <a:graphicFrameLocks noGrp="1" noChangeAspect="1"/>
          </p:cNvGraphicFramePr>
          <p:nvPr>
            <p:extLst>
              <p:ext uri="{D42A27DB-BD31-4B8C-83A1-F6EECF244321}">
                <p14:modId xmlns:p14="http://schemas.microsoft.com/office/powerpoint/2010/main" val="3214373291"/>
              </p:ext>
            </p:extLst>
          </p:nvPr>
        </p:nvGraphicFramePr>
        <p:xfrm>
          <a:off x="936180" y="1480463"/>
          <a:ext cx="10972800" cy="4757057"/>
        </p:xfrm>
        <a:graphic>
          <a:graphicData uri="http://schemas.openxmlformats.org/presentationml/2006/ole">
            <mc:AlternateContent xmlns:mc="http://schemas.openxmlformats.org/markup-compatibility/2006">
              <mc:Choice xmlns:v="urn:schemas-microsoft-com:vml" Requires="v">
                <p:oleObj spid="_x0000_s1081" name="Visio" r:id="rId4" imgW="6228720" imgH="3275280" progId="Visio.Drawing.11">
                  <p:embed/>
                </p:oleObj>
              </mc:Choice>
              <mc:Fallback>
                <p:oleObj name="Visio" r:id="rId4" imgW="6228720" imgH="3275280" progId="Visio.Drawing.11">
                  <p:embed/>
                  <p:pic>
                    <p:nvPicPr>
                      <p:cNvPr id="0" name=""/>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6180" y="1480463"/>
                        <a:ext cx="10972800" cy="4757057"/>
                      </a:xfrm>
                      <a:prstGeom prst="rect">
                        <a:avLst/>
                      </a:prstGeom>
                      <a:noFill/>
                      <a:ln>
                        <a:noFill/>
                      </a:ln>
                      <a:effectLst/>
                      <a:extLst/>
                    </p:spPr>
                  </p:pic>
                </p:oleObj>
              </mc:Fallback>
            </mc:AlternateContent>
          </a:graphicData>
        </a:graphic>
      </p:graphicFrame>
      <p:sp>
        <p:nvSpPr>
          <p:cNvPr id="8" name="Title 7"/>
          <p:cNvSpPr>
            <a:spLocks noGrp="1"/>
          </p:cNvSpPr>
          <p:nvPr>
            <p:ph type="title"/>
          </p:nvPr>
        </p:nvSpPr>
        <p:spPr/>
        <p:txBody>
          <a:bodyPr/>
          <a:lstStyle/>
          <a:p>
            <a:r>
              <a:rPr lang="en-US" smtClean="0"/>
              <a:t>Summary</a:t>
            </a:r>
            <a:r>
              <a:rPr lang="en-US"/>
              <a:t> </a:t>
            </a:r>
            <a:r>
              <a:rPr lang="en-US" smtClean="0"/>
              <a:t>of creating a DCD?</a:t>
            </a:r>
            <a:endParaRPr lang="en-US" dirty="0"/>
          </a:p>
        </p:txBody>
      </p:sp>
      <p:sp>
        <p:nvSpPr>
          <p:cNvPr id="6"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2</a:t>
            </a:fld>
            <a:endParaRPr lang="en-US" sz="1400" dirty="0"/>
          </a:p>
        </p:txBody>
      </p:sp>
    </p:spTree>
    <p:extLst>
      <p:ext uri="{BB962C8B-B14F-4D97-AF65-F5344CB8AC3E}">
        <p14:creationId xmlns:p14="http://schemas.microsoft.com/office/powerpoint/2010/main" val="3813736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Mapping Designs to </a:t>
            </a:r>
            <a:r>
              <a:rPr lang="en-US" dirty="0" smtClean="0"/>
              <a:t>Code</a:t>
            </a:r>
            <a:endParaRPr lang="en-US" dirty="0"/>
          </a:p>
        </p:txBody>
      </p:sp>
      <p:sp>
        <p:nvSpPr>
          <p:cNvPr id="3" name="Content Placeholder 2"/>
          <p:cNvSpPr>
            <a:spLocks noGrp="1"/>
          </p:cNvSpPr>
          <p:nvPr>
            <p:ph idx="1"/>
          </p:nvPr>
        </p:nvSpPr>
        <p:spPr/>
        <p:txBody>
          <a:bodyPr/>
          <a:lstStyle/>
          <a:p>
            <a:pPr lvl="0"/>
            <a:r>
              <a:rPr lang="en-US" dirty="0"/>
              <a:t>Implementation in an object-oriented programming language requires writing source code for:</a:t>
            </a:r>
          </a:p>
          <a:p>
            <a:pPr lvl="1"/>
            <a:r>
              <a:rPr lang="en-US" b="1">
                <a:solidFill>
                  <a:srgbClr val="FF0000"/>
                </a:solidFill>
              </a:rPr>
              <a:t>class</a:t>
            </a:r>
            <a:r>
              <a:rPr lang="en-US"/>
              <a:t> </a:t>
            </a:r>
            <a:r>
              <a:rPr lang="en-US" smtClean="0"/>
              <a:t>definitions (</a:t>
            </a:r>
            <a:r>
              <a:rPr lang="en-US"/>
              <a:t>and </a:t>
            </a:r>
            <a:r>
              <a:rPr lang="en-US" smtClean="0"/>
              <a:t>interface </a:t>
            </a:r>
            <a:r>
              <a:rPr lang="en-US"/>
              <a:t>definitions</a:t>
            </a:r>
            <a:r>
              <a:rPr lang="en-US" smtClean="0"/>
              <a:t>)</a:t>
            </a:r>
            <a:endParaRPr lang="en-US"/>
          </a:p>
          <a:p>
            <a:pPr lvl="1"/>
            <a:r>
              <a:rPr lang="en-US" b="1" smtClean="0">
                <a:solidFill>
                  <a:srgbClr val="FF0000"/>
                </a:solidFill>
              </a:rPr>
              <a:t>method</a:t>
            </a:r>
            <a:r>
              <a:rPr lang="en-US" smtClean="0">
                <a:solidFill>
                  <a:srgbClr val="FF0000"/>
                </a:solidFill>
              </a:rPr>
              <a:t> </a:t>
            </a:r>
            <a:r>
              <a:rPr lang="en-US" smtClean="0"/>
              <a:t>definitions</a:t>
            </a:r>
            <a:endParaRPr lang="en-US" dirty="0"/>
          </a:p>
        </p:txBody>
      </p:sp>
      <p:sp>
        <p:nvSpPr>
          <p:cNvPr id="4" name="Slide Number Placeholder 3"/>
          <p:cNvSpPr>
            <a:spLocks noGrp="1"/>
          </p:cNvSpPr>
          <p:nvPr>
            <p:ph type="sldNum" sz="quarter" idx="4294967295"/>
          </p:nvPr>
        </p:nvSpPr>
        <p:spPr/>
        <p:txBody>
          <a:bodyPr/>
          <a:lstStyle/>
          <a:p>
            <a:fld id="{16845AD9-D1F4-4EC2-844C-79E58D9B0E6B}" type="slidenum">
              <a:rPr lang="en-US" sz="1400" smtClean="0"/>
              <a:pPr/>
              <a:t>3</a:t>
            </a:fld>
            <a:endParaRPr lang="en-US" sz="1400" dirty="0"/>
          </a:p>
        </p:txBody>
      </p:sp>
    </p:spTree>
    <p:extLst>
      <p:ext uri="{BB962C8B-B14F-4D97-AF65-F5344CB8AC3E}">
        <p14:creationId xmlns:p14="http://schemas.microsoft.com/office/powerpoint/2010/main" val="20427159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331" y="1347781"/>
            <a:ext cx="7837483" cy="5295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smtClean="0"/>
              <a:t>Creating Class Definitions from DCDs</a:t>
            </a:r>
            <a:endParaRPr lang="en-US" dirty="0"/>
          </a:p>
        </p:txBody>
      </p:sp>
      <p:sp>
        <p:nvSpPr>
          <p:cNvPr id="12" name="Rounded Rectangle 11"/>
          <p:cNvSpPr/>
          <p:nvPr/>
        </p:nvSpPr>
        <p:spPr>
          <a:xfrm>
            <a:off x="4686300" y="2743200"/>
            <a:ext cx="5463938" cy="375557"/>
          </a:xfrm>
          <a:prstGeom prst="roundRect">
            <a:avLst/>
          </a:prstGeom>
          <a:noFill/>
          <a:ln w="3175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4</a:t>
            </a:fld>
            <a:endParaRPr lang="en-US" sz="1400" dirty="0"/>
          </a:p>
        </p:txBody>
      </p:sp>
    </p:spTree>
    <p:extLst>
      <p:ext uri="{BB962C8B-B14F-4D97-AF65-F5344CB8AC3E}">
        <p14:creationId xmlns:p14="http://schemas.microsoft.com/office/powerpoint/2010/main" val="15826652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550" y="1404938"/>
            <a:ext cx="11388186" cy="4544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itle 7"/>
          <p:cNvSpPr>
            <a:spLocks noGrp="1"/>
          </p:cNvSpPr>
          <p:nvPr>
            <p:ph type="title"/>
          </p:nvPr>
        </p:nvSpPr>
        <p:spPr/>
        <p:txBody>
          <a:bodyPr/>
          <a:lstStyle/>
          <a:p>
            <a:r>
              <a:rPr lang="en-US" i="1" dirty="0" smtClean="0"/>
              <a:t>Register</a:t>
            </a:r>
            <a:r>
              <a:rPr lang="en-US" dirty="0" smtClean="0"/>
              <a:t> class</a:t>
            </a:r>
            <a:endParaRPr lang="en-US" dirty="0"/>
          </a:p>
        </p:txBody>
      </p:sp>
      <p:sp>
        <p:nvSpPr>
          <p:cNvPr id="4"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5</a:t>
            </a:fld>
            <a:endParaRPr lang="en-US" sz="1400" dirty="0"/>
          </a:p>
        </p:txBody>
      </p:sp>
    </p:spTree>
    <p:extLst>
      <p:ext uri="{BB962C8B-B14F-4D97-AF65-F5344CB8AC3E}">
        <p14:creationId xmlns:p14="http://schemas.microsoft.com/office/powerpoint/2010/main" val="35001266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Creating Methods from Interaction Diagrams</a:t>
            </a:r>
          </a:p>
        </p:txBody>
      </p:sp>
      <p:sp>
        <p:nvSpPr>
          <p:cNvPr id="4"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6</a:t>
            </a:fld>
            <a:endParaRPr lang="en-US" sz="1400" dirty="0"/>
          </a:p>
        </p:txBody>
      </p:sp>
      <p:pic>
        <p:nvPicPr>
          <p:cNvPr id="2" name="Picture 1"/>
          <p:cNvPicPr>
            <a:picLocks noChangeAspect="1"/>
          </p:cNvPicPr>
          <p:nvPr/>
        </p:nvPicPr>
        <p:blipFill>
          <a:blip r:embed="rId2"/>
          <a:stretch>
            <a:fillRect/>
          </a:stretch>
        </p:blipFill>
        <p:spPr>
          <a:xfrm>
            <a:off x="2214638" y="1388386"/>
            <a:ext cx="6953250" cy="1952625"/>
          </a:xfrm>
          <a:prstGeom prst="rect">
            <a:avLst/>
          </a:prstGeom>
        </p:spPr>
      </p:pic>
      <p:pic>
        <p:nvPicPr>
          <p:cNvPr id="3" name="Picture 2"/>
          <p:cNvPicPr>
            <a:picLocks noChangeAspect="1"/>
          </p:cNvPicPr>
          <p:nvPr/>
        </p:nvPicPr>
        <p:blipFill>
          <a:blip r:embed="rId3"/>
          <a:stretch>
            <a:fillRect/>
          </a:stretch>
        </p:blipFill>
        <p:spPr>
          <a:xfrm>
            <a:off x="1403255" y="3396913"/>
            <a:ext cx="10191750" cy="2743200"/>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921976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169" y="1762127"/>
            <a:ext cx="10743750" cy="363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7</a:t>
            </a:fld>
            <a:endParaRPr lang="en-US" sz="1400" dirty="0"/>
          </a:p>
        </p:txBody>
      </p:sp>
      <p:sp>
        <p:nvSpPr>
          <p:cNvPr id="3" name="Title 2"/>
          <p:cNvSpPr>
            <a:spLocks noGrp="1"/>
          </p:cNvSpPr>
          <p:nvPr>
            <p:ph type="title"/>
          </p:nvPr>
        </p:nvSpPr>
        <p:spPr/>
        <p:txBody>
          <a:bodyPr/>
          <a:lstStyle/>
          <a:p>
            <a:r>
              <a:rPr lang="en-US" dirty="0"/>
              <a:t>Adding a collection</a:t>
            </a:r>
          </a:p>
        </p:txBody>
      </p:sp>
    </p:spTree>
    <p:extLst>
      <p:ext uri="{BB962C8B-B14F-4D97-AF65-F5344CB8AC3E}">
        <p14:creationId xmlns:p14="http://schemas.microsoft.com/office/powerpoint/2010/main" val="4410107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2386" y="1694384"/>
            <a:ext cx="11044049" cy="4044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8</a:t>
            </a:fld>
            <a:endParaRPr lang="en-US" sz="1400" dirty="0"/>
          </a:p>
        </p:txBody>
      </p:sp>
      <p:sp>
        <p:nvSpPr>
          <p:cNvPr id="3" name="Title 2"/>
          <p:cNvSpPr>
            <a:spLocks noGrp="1"/>
          </p:cNvSpPr>
          <p:nvPr>
            <p:ph type="title"/>
          </p:nvPr>
        </p:nvSpPr>
        <p:spPr/>
        <p:txBody>
          <a:bodyPr/>
          <a:lstStyle/>
          <a:p>
            <a:r>
              <a:rPr lang="en-US" i="1" dirty="0" err="1"/>
              <a:t>Sale.makeLineItem</a:t>
            </a:r>
            <a:r>
              <a:rPr lang="en-US" dirty="0"/>
              <a:t> method</a:t>
            </a:r>
          </a:p>
        </p:txBody>
      </p:sp>
      <p:cxnSp>
        <p:nvCxnSpPr>
          <p:cNvPr id="5" name="Curved Connector 4"/>
          <p:cNvCxnSpPr/>
          <p:nvPr/>
        </p:nvCxnSpPr>
        <p:spPr>
          <a:xfrm rot="16200000" flipH="1">
            <a:off x="8357017" y="4489553"/>
            <a:ext cx="854438" cy="719528"/>
          </a:xfrm>
          <a:prstGeom prst="curvedConnector3">
            <a:avLst/>
          </a:prstGeom>
          <a:ln>
            <a:headEnd type="arrow"/>
            <a:tailEnd type="non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9562333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Bài tập tại lớp</a:t>
            </a:r>
            <a:endParaRPr lang="en-US"/>
          </a:p>
        </p:txBody>
      </p:sp>
      <p:sp>
        <p:nvSpPr>
          <p:cNvPr id="3" name="Content Placeholder 2"/>
          <p:cNvSpPr>
            <a:spLocks noGrp="1"/>
          </p:cNvSpPr>
          <p:nvPr>
            <p:ph idx="1"/>
          </p:nvPr>
        </p:nvSpPr>
        <p:spPr/>
        <p:txBody>
          <a:bodyPr/>
          <a:lstStyle/>
          <a:p>
            <a:r>
              <a:rPr lang="en-US" smtClean="0"/>
              <a:t>Giả sử có 2 đối tượng LOP và SINHVIEN như sau:</a:t>
            </a:r>
          </a:p>
          <a:p>
            <a:pPr lvl="1"/>
            <a:r>
              <a:rPr lang="en-US" smtClean="0"/>
              <a:t>SINHVIEN: Mã sinh viên và Họ tên, constructor 2 tham số</a:t>
            </a:r>
          </a:p>
          <a:p>
            <a:pPr lvl="1"/>
            <a:r>
              <a:rPr lang="en-US" smtClean="0"/>
              <a:t>LOP: biến DSLop là một mảng gồm nhiều sinh viên, phương thức TaoLop: thêm N sinh viên vào DSLop</a:t>
            </a:r>
          </a:p>
          <a:p>
            <a:r>
              <a:rPr lang="en-US" smtClean="0"/>
              <a:t>Yêu cầu:</a:t>
            </a:r>
          </a:p>
          <a:p>
            <a:pPr marL="800100" lvl="1" indent="-342900">
              <a:buFont typeface="+mj-lt"/>
              <a:buAutoNum type="arabicPeriod"/>
            </a:pPr>
            <a:r>
              <a:rPr lang="en-US" smtClean="0"/>
              <a:t>Vẽ lược đồ lớp biết rằng 1 LOP có thể có từ 1 đến N SINHVIEN</a:t>
            </a:r>
          </a:p>
          <a:p>
            <a:pPr marL="800100" lvl="1" indent="-342900">
              <a:buFont typeface="+mj-lt"/>
              <a:buAutoNum type="arabicPeriod"/>
            </a:pPr>
            <a:r>
              <a:rPr lang="en-US" smtClean="0"/>
              <a:t>Vẽ lược đồ trình tự mô tả hoạt động của phương thức TaoLop</a:t>
            </a:r>
          </a:p>
          <a:p>
            <a:pPr marL="800100" lvl="1" indent="-342900">
              <a:buFont typeface="+mj-lt"/>
              <a:buAutoNum type="arabicPeriod"/>
            </a:pPr>
            <a:r>
              <a:rPr lang="en-US" smtClean="0"/>
              <a:t>Dựa vào 2 lược đồ trên để phát sinh mã nguồn bằng ngôn ngữ C#.NET</a:t>
            </a:r>
            <a:endParaRPr lang="en-US"/>
          </a:p>
        </p:txBody>
      </p:sp>
      <p:sp>
        <p:nvSpPr>
          <p:cNvPr id="4" name="Slide Number Placeholder 3"/>
          <p:cNvSpPr>
            <a:spLocks noGrp="1"/>
          </p:cNvSpPr>
          <p:nvPr>
            <p:ph type="sldNum" sz="quarter" idx="4294967295"/>
          </p:nvPr>
        </p:nvSpPr>
        <p:spPr/>
        <p:txBody>
          <a:bodyPr/>
          <a:lstStyle/>
          <a:p>
            <a:fld id="{16845AD9-D1F4-4EC2-844C-79E58D9B0E6B}" type="slidenum">
              <a:rPr lang="en-US" sz="1400" smtClean="0"/>
              <a:pPr/>
              <a:t>9</a:t>
            </a:fld>
            <a:endParaRPr lang="en-US" sz="1400" dirty="0"/>
          </a:p>
        </p:txBody>
      </p:sp>
    </p:spTree>
    <p:extLst>
      <p:ext uri="{BB962C8B-B14F-4D97-AF65-F5344CB8AC3E}">
        <p14:creationId xmlns:p14="http://schemas.microsoft.com/office/powerpoint/2010/main" val="126781074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3120" y="1400180"/>
            <a:ext cx="8229640" cy="5400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10</a:t>
            </a:fld>
            <a:endParaRPr lang="en-US" sz="1400" dirty="0"/>
          </a:p>
        </p:txBody>
      </p:sp>
      <p:sp>
        <p:nvSpPr>
          <p:cNvPr id="3" name="Title 2"/>
          <p:cNvSpPr>
            <a:spLocks noGrp="1"/>
          </p:cNvSpPr>
          <p:nvPr>
            <p:ph type="title"/>
          </p:nvPr>
        </p:nvSpPr>
        <p:spPr/>
        <p:txBody>
          <a:bodyPr/>
          <a:lstStyle/>
          <a:p>
            <a:r>
              <a:rPr lang="en-US" dirty="0"/>
              <a:t>Order of Implementation</a:t>
            </a:r>
          </a:p>
        </p:txBody>
      </p:sp>
    </p:spTree>
    <p:extLst>
      <p:ext uri="{BB962C8B-B14F-4D97-AF65-F5344CB8AC3E}">
        <p14:creationId xmlns:p14="http://schemas.microsoft.com/office/powerpoint/2010/main" val="3758692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There </a:t>
            </a:r>
            <a:r>
              <a:rPr lang="en-US" dirty="0"/>
              <a:t>is a translation process </a:t>
            </a:r>
            <a:endParaRPr lang="en-US" dirty="0" smtClean="0"/>
          </a:p>
          <a:p>
            <a:pPr lvl="1"/>
            <a:r>
              <a:rPr lang="en-US" dirty="0" smtClean="0"/>
              <a:t> from </a:t>
            </a:r>
            <a:r>
              <a:rPr lang="en-US" dirty="0"/>
              <a:t>UML class diagrams to class </a:t>
            </a:r>
            <a:r>
              <a:rPr lang="en-US" dirty="0" smtClean="0"/>
              <a:t>definitions</a:t>
            </a:r>
          </a:p>
          <a:p>
            <a:pPr lvl="1"/>
            <a:r>
              <a:rPr lang="en-US" dirty="0"/>
              <a:t> </a:t>
            </a:r>
            <a:r>
              <a:rPr lang="en-US" dirty="0" smtClean="0"/>
              <a:t>from </a:t>
            </a:r>
            <a:r>
              <a:rPr lang="en-US" dirty="0"/>
              <a:t>interaction diagrams to method bodies. </a:t>
            </a:r>
            <a:endParaRPr lang="en-US" dirty="0" smtClean="0"/>
          </a:p>
          <a:p>
            <a:r>
              <a:rPr lang="en-US" dirty="0" smtClean="0"/>
              <a:t>There </a:t>
            </a:r>
            <a:r>
              <a:rPr lang="en-US" dirty="0"/>
              <a:t>is still lots of room for creativity, evolution, and exploration during programming work</a:t>
            </a:r>
            <a:endParaRPr lang="vi-VN" dirty="0"/>
          </a:p>
        </p:txBody>
      </p:sp>
      <p:sp>
        <p:nvSpPr>
          <p:cNvPr id="4"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11</a:t>
            </a:fld>
            <a:endParaRPr lang="en-US" sz="1400" dirty="0"/>
          </a:p>
        </p:txBody>
      </p:sp>
      <p:sp>
        <p:nvSpPr>
          <p:cNvPr id="5" name="Title 4"/>
          <p:cNvSpPr>
            <a:spLocks noGrp="1"/>
          </p:cNvSpPr>
          <p:nvPr>
            <p:ph type="title"/>
          </p:nvPr>
        </p:nvSpPr>
        <p:spPr/>
        <p:txBody>
          <a:bodyPr/>
          <a:lstStyle/>
          <a:p>
            <a:r>
              <a:rPr lang="en-US" dirty="0"/>
              <a:t>Summary of Mapping Designs to Code</a:t>
            </a:r>
          </a:p>
        </p:txBody>
      </p:sp>
    </p:spTree>
    <p:extLst>
      <p:ext uri="{BB962C8B-B14F-4D97-AF65-F5344CB8AC3E}">
        <p14:creationId xmlns:p14="http://schemas.microsoft.com/office/powerpoint/2010/main" val="6373928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Changes during implementation</a:t>
            </a:r>
            <a:endParaRPr lang="vi-VN" dirty="0"/>
          </a:p>
        </p:txBody>
      </p:sp>
      <p:sp>
        <p:nvSpPr>
          <p:cNvPr id="3" name="Content Placeholder 2"/>
          <p:cNvSpPr>
            <a:spLocks noGrp="1"/>
          </p:cNvSpPr>
          <p:nvPr>
            <p:ph idx="1"/>
          </p:nvPr>
        </p:nvSpPr>
        <p:spPr/>
        <p:txBody>
          <a:bodyPr/>
          <a:lstStyle/>
          <a:p>
            <a:r>
              <a:rPr lang="en-US" dirty="0" smtClean="0"/>
              <a:t>Expect and plan for changes and deviations from the design during programming.</a:t>
            </a:r>
          </a:p>
          <a:p>
            <a:r>
              <a:rPr lang="en-US" dirty="0" smtClean="0"/>
              <a:t>Realistically, the results generated during design </a:t>
            </a:r>
            <a:r>
              <a:rPr lang="en-US" dirty="0" err="1" smtClean="0"/>
              <a:t>modelling</a:t>
            </a:r>
            <a:r>
              <a:rPr lang="en-US" dirty="0" smtClean="0"/>
              <a:t> are an incomplete first step; during programming and testing, lots of changes will be made and detailed problems will be uncovered and resolved.</a:t>
            </a:r>
          </a:p>
          <a:p>
            <a:endParaRPr lang="vi-VN" dirty="0"/>
          </a:p>
        </p:txBody>
      </p:sp>
      <p:sp>
        <p:nvSpPr>
          <p:cNvPr id="6"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12</a:t>
            </a:fld>
            <a:endParaRPr lang="en-US" sz="1400" dirty="0"/>
          </a:p>
        </p:txBody>
      </p:sp>
    </p:spTree>
    <p:extLst>
      <p:ext uri="{BB962C8B-B14F-4D97-AF65-F5344CB8AC3E}">
        <p14:creationId xmlns:p14="http://schemas.microsoft.com/office/powerpoint/2010/main" val="13333102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Introduction to the NextGen POS Program Solution</a:t>
            </a:r>
            <a:endParaRPr lang="vi-VN" dirty="0"/>
          </a:p>
        </p:txBody>
      </p:sp>
      <p:sp>
        <p:nvSpPr>
          <p:cNvPr id="8" name="Content Placeholder 7"/>
          <p:cNvSpPr>
            <a:spLocks noGrp="1"/>
          </p:cNvSpPr>
          <p:nvPr>
            <p:ph idx="1"/>
          </p:nvPr>
        </p:nvSpPr>
        <p:spPr/>
        <p:txBody>
          <a:bodyPr/>
          <a:lstStyle/>
          <a:p>
            <a:pPr lvl="0"/>
            <a:r>
              <a:rPr lang="en-US" dirty="0"/>
              <a:t>A sample domain object layer program solution in Java for this iteration.</a:t>
            </a:r>
          </a:p>
          <a:p>
            <a:pPr lvl="0"/>
            <a:r>
              <a:rPr lang="en-US" dirty="0"/>
              <a:t>The code generation is largely derived from the design class diagrams and interaction diagrams defined in the design work, based on the principles of mapping designs to code as previously explored.</a:t>
            </a:r>
          </a:p>
          <a:p>
            <a:endParaRPr lang="en-US" dirty="0"/>
          </a:p>
        </p:txBody>
      </p:sp>
      <p:sp>
        <p:nvSpPr>
          <p:cNvPr id="4"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13</a:t>
            </a:fld>
            <a:endParaRPr lang="en-US" sz="1400" dirty="0"/>
          </a:p>
        </p:txBody>
      </p:sp>
    </p:spTree>
    <p:extLst>
      <p:ext uri="{BB962C8B-B14F-4D97-AF65-F5344CB8AC3E}">
        <p14:creationId xmlns:p14="http://schemas.microsoft.com/office/powerpoint/2010/main" val="6224940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Rectangle 7"/>
          <p:cNvSpPr/>
          <p:nvPr/>
        </p:nvSpPr>
        <p:spPr>
          <a:xfrm>
            <a:off x="1192641" y="3885655"/>
            <a:ext cx="9280128" cy="2031325"/>
          </a:xfrm>
          <a:prstGeom prst="rect">
            <a:avLst/>
          </a:prstGeom>
        </p:spPr>
        <p:txBody>
          <a:bodyPr wrap="square">
            <a:spAutoFit/>
          </a:bodyPr>
          <a:lstStyle/>
          <a:p>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class</a:t>
            </a:r>
            <a:r>
              <a:rPr lang="vi-VN" dirty="0">
                <a:solidFill>
                  <a:prstClr val="black"/>
                </a:solidFill>
                <a:latin typeface="Consolas"/>
              </a:rPr>
              <a:t> Payment</a:t>
            </a:r>
          </a:p>
          <a:p>
            <a:r>
              <a:rPr lang="vi-VN" dirty="0">
                <a:solidFill>
                  <a:prstClr val="black"/>
                </a:solidFill>
                <a:latin typeface="Consolas"/>
              </a:rPr>
              <a:t>{</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Money amount;</a:t>
            </a:r>
          </a:p>
          <a:p>
            <a:endParaRPr lang="vi-VN" dirty="0">
              <a:solidFill>
                <a:prstClr val="black"/>
              </a:solidFill>
              <a:latin typeface="Consolas"/>
            </a:endParaRPr>
          </a:p>
          <a:p>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Payment( Money </a:t>
            </a:r>
            <a:r>
              <a:rPr lang="en-US" dirty="0" err="1">
                <a:solidFill>
                  <a:prstClr val="black"/>
                </a:solidFill>
                <a:latin typeface="Consolas"/>
              </a:rPr>
              <a:t>cashTendered</a:t>
            </a:r>
            <a:r>
              <a:rPr lang="en-US" dirty="0">
                <a:solidFill>
                  <a:prstClr val="black"/>
                </a:solidFill>
                <a:latin typeface="Consolas"/>
              </a:rPr>
              <a:t> ){ amount = </a:t>
            </a:r>
            <a:r>
              <a:rPr lang="en-US" dirty="0" err="1">
                <a:solidFill>
                  <a:prstClr val="black"/>
                </a:solidFill>
                <a:latin typeface="Consolas"/>
              </a:rPr>
              <a:t>cashTendered</a:t>
            </a:r>
            <a:r>
              <a:rPr lang="en-US" dirty="0">
                <a:solidFill>
                  <a:prstClr val="black"/>
                </a:solidFill>
                <a:latin typeface="Consolas"/>
              </a:rPr>
              <a:t>; }</a:t>
            </a:r>
          </a:p>
          <a:p>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Money </a:t>
            </a:r>
            <a:r>
              <a:rPr lang="en-US" dirty="0" err="1">
                <a:solidFill>
                  <a:prstClr val="black"/>
                </a:solidFill>
                <a:latin typeface="Consolas"/>
              </a:rPr>
              <a:t>getAmount</a:t>
            </a:r>
            <a:r>
              <a:rPr lang="en-US" dirty="0">
                <a:solidFill>
                  <a:prstClr val="black"/>
                </a:solidFill>
                <a:latin typeface="Consolas"/>
              </a:rPr>
              <a:t>() { </a:t>
            </a:r>
            <a:r>
              <a:rPr lang="en-US" dirty="0">
                <a:solidFill>
                  <a:srgbClr val="0000FF"/>
                </a:solidFill>
                <a:latin typeface="Consolas"/>
              </a:rPr>
              <a:t>return</a:t>
            </a:r>
            <a:r>
              <a:rPr lang="en-US" dirty="0">
                <a:solidFill>
                  <a:prstClr val="black"/>
                </a:solidFill>
                <a:latin typeface="Consolas"/>
              </a:rPr>
              <a:t> amount; }</a:t>
            </a:r>
          </a:p>
          <a:p>
            <a:r>
              <a:rPr lang="vi-VN" dirty="0">
                <a:solidFill>
                  <a:prstClr val="black"/>
                </a:solidFill>
                <a:latin typeface="Consolas"/>
              </a:rPr>
              <a:t>}</a:t>
            </a:r>
          </a:p>
        </p:txBody>
      </p:sp>
      <p:pic>
        <p:nvPicPr>
          <p:cNvPr id="491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1116" y="1732236"/>
            <a:ext cx="5018740" cy="2153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14</a:t>
            </a:fld>
            <a:endParaRPr lang="en-US" sz="1400" dirty="0"/>
          </a:p>
        </p:txBody>
      </p:sp>
      <p:sp>
        <p:nvSpPr>
          <p:cNvPr id="7" name="Title 6"/>
          <p:cNvSpPr>
            <a:spLocks noGrp="1"/>
          </p:cNvSpPr>
          <p:nvPr>
            <p:ph type="title"/>
          </p:nvPr>
        </p:nvSpPr>
        <p:spPr/>
        <p:txBody>
          <a:bodyPr/>
          <a:lstStyle/>
          <a:p>
            <a:r>
              <a:rPr lang="en-US" dirty="0" smtClean="0">
                <a:solidFill>
                  <a:prstClr val="black"/>
                </a:solidFill>
                <a:latin typeface="Consolas"/>
              </a:rPr>
              <a:t>Class </a:t>
            </a:r>
            <a:r>
              <a:rPr lang="vi-VN" dirty="0" smtClean="0">
                <a:solidFill>
                  <a:prstClr val="black"/>
                </a:solidFill>
                <a:latin typeface="Consolas"/>
              </a:rPr>
              <a:t>Payment</a:t>
            </a:r>
            <a:endParaRPr lang="en-US" dirty="0"/>
          </a:p>
        </p:txBody>
      </p:sp>
    </p:spTree>
    <p:extLst>
      <p:ext uri="{BB962C8B-B14F-4D97-AF65-F5344CB8AC3E}">
        <p14:creationId xmlns:p14="http://schemas.microsoft.com/office/powerpoint/2010/main" val="33269048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01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8085" y="381768"/>
            <a:ext cx="4280323" cy="2875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378384" y="1573920"/>
            <a:ext cx="10753195" cy="4801314"/>
          </a:xfrm>
          <a:prstGeom prst="rect">
            <a:avLst/>
          </a:prstGeom>
        </p:spPr>
        <p:txBody>
          <a:bodyPr wrap="square">
            <a:spAutoFit/>
          </a:bodyPr>
          <a:lstStyle/>
          <a:p>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class</a:t>
            </a:r>
            <a:r>
              <a:rPr lang="vi-VN" dirty="0">
                <a:solidFill>
                  <a:prstClr val="black"/>
                </a:solidFill>
                <a:latin typeface="Consolas"/>
              </a:rPr>
              <a:t> ProductDescription</a:t>
            </a:r>
          </a:p>
          <a:p>
            <a:r>
              <a:rPr lang="vi-VN" dirty="0">
                <a:solidFill>
                  <a:prstClr val="black"/>
                </a:solidFill>
                <a:latin typeface="Consolas"/>
              </a:rPr>
              <a:t>{</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ItemID id;</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Money price;</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String description;</a:t>
            </a:r>
          </a:p>
          <a:p>
            <a:endParaRPr lang="vi-VN" dirty="0">
              <a:solidFill>
                <a:prstClr val="black"/>
              </a:solidFill>
              <a:latin typeface="Consolas"/>
            </a:endParaRPr>
          </a:p>
          <a:p>
            <a:r>
              <a:rPr lang="vi-VN" dirty="0">
                <a:solidFill>
                  <a:prstClr val="black"/>
                </a:solidFill>
                <a:latin typeface="Consolas"/>
              </a:rPr>
              <a:t>   </a:t>
            </a:r>
            <a:r>
              <a:rPr lang="vi-VN" dirty="0">
                <a:solidFill>
                  <a:srgbClr val="0000FF"/>
                </a:solidFill>
                <a:latin typeface="Consolas"/>
              </a:rPr>
              <a:t>public</a:t>
            </a:r>
            <a:r>
              <a:rPr lang="vi-VN" dirty="0">
                <a:solidFill>
                  <a:prstClr val="black"/>
                </a:solidFill>
                <a:latin typeface="Consolas"/>
              </a:rPr>
              <a:t> </a:t>
            </a:r>
            <a:r>
              <a:rPr lang="vi-VN" dirty="0" smtClean="0">
                <a:solidFill>
                  <a:prstClr val="black"/>
                </a:solidFill>
                <a:latin typeface="Consolas"/>
              </a:rPr>
              <a:t>ProductDescription</a:t>
            </a:r>
            <a:r>
              <a:rPr lang="en-US" dirty="0" smtClean="0">
                <a:solidFill>
                  <a:prstClr val="black"/>
                </a:solidFill>
                <a:latin typeface="Consolas"/>
              </a:rPr>
              <a:t>(</a:t>
            </a:r>
            <a:r>
              <a:rPr lang="en-US" dirty="0" err="1" smtClean="0">
                <a:solidFill>
                  <a:prstClr val="black"/>
                </a:solidFill>
                <a:latin typeface="Consolas"/>
              </a:rPr>
              <a:t>ItemID</a:t>
            </a:r>
            <a:r>
              <a:rPr lang="en-US" dirty="0" smtClean="0">
                <a:solidFill>
                  <a:prstClr val="black"/>
                </a:solidFill>
                <a:latin typeface="Consolas"/>
              </a:rPr>
              <a:t> id, Money price, String description)</a:t>
            </a:r>
          </a:p>
          <a:p>
            <a:r>
              <a:rPr lang="vi-VN" dirty="0" smtClean="0">
                <a:solidFill>
                  <a:prstClr val="black"/>
                </a:solidFill>
                <a:latin typeface="Consolas"/>
              </a:rPr>
              <a:t>   </a:t>
            </a:r>
            <a:r>
              <a:rPr lang="vi-VN" dirty="0">
                <a:solidFill>
                  <a:prstClr val="black"/>
                </a:solidFill>
                <a:latin typeface="Consolas"/>
              </a:rPr>
              <a:t>{</a:t>
            </a:r>
          </a:p>
          <a:p>
            <a:r>
              <a:rPr lang="vi-VN" dirty="0">
                <a:solidFill>
                  <a:prstClr val="black"/>
                </a:solidFill>
                <a:latin typeface="Consolas"/>
              </a:rPr>
              <a:t>      </a:t>
            </a:r>
            <a:r>
              <a:rPr lang="vi-VN" dirty="0">
                <a:solidFill>
                  <a:srgbClr val="0000FF"/>
                </a:solidFill>
                <a:latin typeface="Consolas"/>
              </a:rPr>
              <a:t>this</a:t>
            </a:r>
            <a:r>
              <a:rPr lang="vi-VN" dirty="0">
                <a:solidFill>
                  <a:prstClr val="black"/>
                </a:solidFill>
                <a:latin typeface="Consolas"/>
              </a:rPr>
              <a:t>.id = id;</a:t>
            </a:r>
          </a:p>
          <a:p>
            <a:r>
              <a:rPr lang="vi-VN" dirty="0">
                <a:solidFill>
                  <a:prstClr val="black"/>
                </a:solidFill>
                <a:latin typeface="Consolas"/>
              </a:rPr>
              <a:t>      </a:t>
            </a:r>
            <a:r>
              <a:rPr lang="vi-VN" dirty="0">
                <a:solidFill>
                  <a:srgbClr val="0000FF"/>
                </a:solidFill>
                <a:latin typeface="Consolas"/>
              </a:rPr>
              <a:t>this</a:t>
            </a:r>
            <a:r>
              <a:rPr lang="vi-VN" dirty="0">
                <a:solidFill>
                  <a:prstClr val="black"/>
                </a:solidFill>
                <a:latin typeface="Consolas"/>
              </a:rPr>
              <a:t>.price = price;</a:t>
            </a:r>
          </a:p>
          <a:p>
            <a:r>
              <a:rPr lang="vi-VN" dirty="0">
                <a:solidFill>
                  <a:prstClr val="black"/>
                </a:solidFill>
                <a:latin typeface="Consolas"/>
              </a:rPr>
              <a:t>      </a:t>
            </a:r>
            <a:r>
              <a:rPr lang="vi-VN" dirty="0">
                <a:solidFill>
                  <a:srgbClr val="0000FF"/>
                </a:solidFill>
                <a:latin typeface="Consolas"/>
              </a:rPr>
              <a:t>this</a:t>
            </a:r>
            <a:r>
              <a:rPr lang="vi-VN" dirty="0">
                <a:solidFill>
                  <a:prstClr val="black"/>
                </a:solidFill>
                <a:latin typeface="Consolas"/>
              </a:rPr>
              <a:t>.description = description;</a:t>
            </a:r>
          </a:p>
          <a:p>
            <a:r>
              <a:rPr lang="vi-VN" dirty="0">
                <a:solidFill>
                  <a:prstClr val="black"/>
                </a:solidFill>
                <a:latin typeface="Consolas"/>
              </a:rPr>
              <a:t>   }</a:t>
            </a:r>
          </a:p>
          <a:p>
            <a:endParaRPr lang="vi-VN" dirty="0">
              <a:solidFill>
                <a:prstClr val="black"/>
              </a:solidFill>
              <a:latin typeface="Consolas"/>
            </a:endParaRPr>
          </a:p>
          <a:p>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a:t>
            </a:r>
            <a:r>
              <a:rPr lang="en-US" dirty="0" err="1">
                <a:solidFill>
                  <a:prstClr val="black"/>
                </a:solidFill>
                <a:latin typeface="Consolas"/>
              </a:rPr>
              <a:t>ItemID</a:t>
            </a:r>
            <a:r>
              <a:rPr lang="en-US" dirty="0">
                <a:solidFill>
                  <a:prstClr val="black"/>
                </a:solidFill>
                <a:latin typeface="Consolas"/>
              </a:rPr>
              <a:t> </a:t>
            </a:r>
            <a:r>
              <a:rPr lang="en-US" dirty="0" err="1">
                <a:solidFill>
                  <a:prstClr val="black"/>
                </a:solidFill>
                <a:latin typeface="Consolas"/>
              </a:rPr>
              <a:t>getItemID</a:t>
            </a:r>
            <a:r>
              <a:rPr lang="en-US" dirty="0">
                <a:solidFill>
                  <a:prstClr val="black"/>
                </a:solidFill>
                <a:latin typeface="Consolas"/>
              </a:rPr>
              <a:t>() { </a:t>
            </a:r>
            <a:r>
              <a:rPr lang="en-US" dirty="0">
                <a:solidFill>
                  <a:srgbClr val="0000FF"/>
                </a:solidFill>
                <a:latin typeface="Consolas"/>
              </a:rPr>
              <a:t>return</a:t>
            </a:r>
            <a:r>
              <a:rPr lang="en-US" dirty="0">
                <a:solidFill>
                  <a:prstClr val="black"/>
                </a:solidFill>
                <a:latin typeface="Consolas"/>
              </a:rPr>
              <a:t> id;   </a:t>
            </a:r>
            <a:r>
              <a:rPr lang="en-US" dirty="0" smtClean="0">
                <a:solidFill>
                  <a:prstClr val="black"/>
                </a:solidFill>
                <a:latin typeface="Consolas"/>
              </a:rPr>
              <a:t>}</a:t>
            </a:r>
            <a:endParaRPr lang="vi-VN" dirty="0">
              <a:solidFill>
                <a:prstClr val="black"/>
              </a:solidFill>
              <a:latin typeface="Consolas"/>
            </a:endParaRPr>
          </a:p>
          <a:p>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Money </a:t>
            </a:r>
            <a:r>
              <a:rPr lang="en-US" dirty="0" err="1">
                <a:solidFill>
                  <a:prstClr val="black"/>
                </a:solidFill>
                <a:latin typeface="Consolas"/>
              </a:rPr>
              <a:t>getPrice</a:t>
            </a:r>
            <a:r>
              <a:rPr lang="en-US" dirty="0">
                <a:solidFill>
                  <a:prstClr val="black"/>
                </a:solidFill>
                <a:latin typeface="Consolas"/>
              </a:rPr>
              <a:t>() { </a:t>
            </a:r>
            <a:r>
              <a:rPr lang="en-US" dirty="0">
                <a:solidFill>
                  <a:srgbClr val="0000FF"/>
                </a:solidFill>
                <a:latin typeface="Consolas"/>
              </a:rPr>
              <a:t>return</a:t>
            </a:r>
            <a:r>
              <a:rPr lang="en-US" dirty="0">
                <a:solidFill>
                  <a:prstClr val="black"/>
                </a:solidFill>
                <a:latin typeface="Consolas"/>
              </a:rPr>
              <a:t> price; }</a:t>
            </a:r>
          </a:p>
          <a:p>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String </a:t>
            </a:r>
            <a:r>
              <a:rPr lang="en-US" dirty="0" err="1">
                <a:solidFill>
                  <a:prstClr val="black"/>
                </a:solidFill>
                <a:latin typeface="Consolas"/>
              </a:rPr>
              <a:t>getDescription</a:t>
            </a:r>
            <a:r>
              <a:rPr lang="en-US" dirty="0">
                <a:solidFill>
                  <a:prstClr val="black"/>
                </a:solidFill>
                <a:latin typeface="Consolas"/>
              </a:rPr>
              <a:t>() { </a:t>
            </a:r>
            <a:r>
              <a:rPr lang="en-US" dirty="0">
                <a:solidFill>
                  <a:srgbClr val="0000FF"/>
                </a:solidFill>
                <a:latin typeface="Consolas"/>
              </a:rPr>
              <a:t>return</a:t>
            </a:r>
            <a:r>
              <a:rPr lang="en-US" dirty="0">
                <a:solidFill>
                  <a:prstClr val="black"/>
                </a:solidFill>
                <a:latin typeface="Consolas"/>
              </a:rPr>
              <a:t> description; }</a:t>
            </a:r>
          </a:p>
          <a:p>
            <a:r>
              <a:rPr lang="vi-VN" dirty="0">
                <a:solidFill>
                  <a:prstClr val="black"/>
                </a:solidFill>
                <a:latin typeface="Consolas"/>
              </a:rPr>
              <a:t>}</a:t>
            </a:r>
          </a:p>
        </p:txBody>
      </p:sp>
      <p:sp>
        <p:nvSpPr>
          <p:cNvPr id="5"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15</a:t>
            </a:fld>
            <a:endParaRPr lang="en-US" sz="1400" dirty="0"/>
          </a:p>
        </p:txBody>
      </p:sp>
      <p:sp>
        <p:nvSpPr>
          <p:cNvPr id="2" name="Title 1"/>
          <p:cNvSpPr>
            <a:spLocks noGrp="1"/>
          </p:cNvSpPr>
          <p:nvPr>
            <p:ph type="title"/>
          </p:nvPr>
        </p:nvSpPr>
        <p:spPr/>
        <p:txBody>
          <a:bodyPr/>
          <a:lstStyle/>
          <a:p>
            <a:r>
              <a:rPr lang="en-US" dirty="0">
                <a:solidFill>
                  <a:prstClr val="black"/>
                </a:solidFill>
                <a:latin typeface="Consolas"/>
              </a:rPr>
              <a:t>Class </a:t>
            </a:r>
            <a:r>
              <a:rPr lang="vi-VN" dirty="0" smtClean="0">
                <a:solidFill>
                  <a:prstClr val="black"/>
                </a:solidFill>
                <a:latin typeface="Consolas"/>
              </a:rPr>
              <a:t>ProductDescription</a:t>
            </a:r>
            <a:endParaRPr lang="en-US" dirty="0"/>
          </a:p>
        </p:txBody>
      </p:sp>
    </p:spTree>
    <p:extLst>
      <p:ext uri="{BB962C8B-B14F-4D97-AF65-F5344CB8AC3E}">
        <p14:creationId xmlns:p14="http://schemas.microsoft.com/office/powerpoint/2010/main" val="20095877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12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9040" y="1412514"/>
            <a:ext cx="7264400" cy="197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63691" y="116633"/>
            <a:ext cx="11592949" cy="6740307"/>
          </a:xfrm>
          <a:prstGeom prst="rect">
            <a:avLst/>
          </a:prstGeom>
        </p:spPr>
        <p:txBody>
          <a:bodyPr wrap="square">
            <a:spAutoFit/>
          </a:bodyPr>
          <a:lstStyle/>
          <a:p>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class</a:t>
            </a:r>
            <a:r>
              <a:rPr lang="vi-VN" dirty="0">
                <a:solidFill>
                  <a:prstClr val="black"/>
                </a:solidFill>
                <a:latin typeface="Consolas"/>
              </a:rPr>
              <a:t> ProductCatalog</a:t>
            </a:r>
          </a:p>
          <a:p>
            <a:r>
              <a:rPr lang="vi-VN" dirty="0">
                <a:solidFill>
                  <a:prstClr val="black"/>
                </a:solidFill>
                <a:latin typeface="Consolas"/>
              </a:rPr>
              <a:t>{</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Map&lt;ItemID, ProductDescription&gt;</a:t>
            </a:r>
          </a:p>
          <a:p>
            <a:r>
              <a:rPr lang="vi-VN" dirty="0">
                <a:solidFill>
                  <a:prstClr val="black"/>
                </a:solidFill>
                <a:latin typeface="Consolas"/>
              </a:rPr>
              <a:t>         descriptions = </a:t>
            </a:r>
            <a:r>
              <a:rPr lang="vi-VN" dirty="0">
                <a:solidFill>
                  <a:srgbClr val="0000FF"/>
                </a:solidFill>
                <a:latin typeface="Consolas"/>
              </a:rPr>
              <a:t>new</a:t>
            </a:r>
            <a:r>
              <a:rPr lang="vi-VN" dirty="0">
                <a:solidFill>
                  <a:prstClr val="black"/>
                </a:solidFill>
                <a:latin typeface="Consolas"/>
              </a:rPr>
              <a:t> HashMap()&lt;ItemID, ProductDescription&gt;;</a:t>
            </a:r>
          </a:p>
          <a:p>
            <a:endParaRPr lang="vi-VN" dirty="0">
              <a:solidFill>
                <a:prstClr val="black"/>
              </a:solidFill>
              <a:latin typeface="Consolas"/>
            </a:endParaRPr>
          </a:p>
          <a:p>
            <a:r>
              <a:rPr lang="vi-VN" dirty="0">
                <a:solidFill>
                  <a:prstClr val="black"/>
                </a:solidFill>
                <a:latin typeface="Consolas"/>
              </a:rPr>
              <a:t>   </a:t>
            </a:r>
            <a:r>
              <a:rPr lang="vi-VN" dirty="0">
                <a:solidFill>
                  <a:srgbClr val="0000FF"/>
                </a:solidFill>
                <a:latin typeface="Consolas"/>
              </a:rPr>
              <a:t>public</a:t>
            </a:r>
            <a:r>
              <a:rPr lang="vi-VN" dirty="0">
                <a:solidFill>
                  <a:prstClr val="black"/>
                </a:solidFill>
                <a:latin typeface="Consolas"/>
              </a:rPr>
              <a:t> ProductCatalog()</a:t>
            </a:r>
          </a:p>
          <a:p>
            <a:r>
              <a:rPr lang="vi-VN" dirty="0">
                <a:solidFill>
                  <a:prstClr val="black"/>
                </a:solidFill>
                <a:latin typeface="Consolas"/>
              </a:rPr>
              <a:t>   {</a:t>
            </a:r>
          </a:p>
          <a:p>
            <a:r>
              <a:rPr lang="vi-VN" dirty="0">
                <a:solidFill>
                  <a:prstClr val="black"/>
                </a:solidFill>
                <a:latin typeface="Consolas"/>
              </a:rPr>
              <a:t>      </a:t>
            </a:r>
            <a:r>
              <a:rPr lang="vi-VN" dirty="0">
                <a:solidFill>
                  <a:srgbClr val="008000"/>
                </a:solidFill>
                <a:latin typeface="Consolas"/>
              </a:rPr>
              <a:t>// sample data</a:t>
            </a:r>
            <a:endParaRPr lang="vi-VN" dirty="0">
              <a:solidFill>
                <a:prstClr val="black"/>
              </a:solidFill>
              <a:latin typeface="Consolas"/>
            </a:endParaRPr>
          </a:p>
          <a:p>
            <a:r>
              <a:rPr lang="en-US" dirty="0">
                <a:solidFill>
                  <a:prstClr val="black"/>
                </a:solidFill>
                <a:latin typeface="Consolas"/>
              </a:rPr>
              <a:t>      </a:t>
            </a:r>
            <a:r>
              <a:rPr lang="en-US" dirty="0" err="1">
                <a:solidFill>
                  <a:prstClr val="black"/>
                </a:solidFill>
                <a:latin typeface="Consolas"/>
              </a:rPr>
              <a:t>ItemID</a:t>
            </a:r>
            <a:r>
              <a:rPr lang="en-US" dirty="0">
                <a:solidFill>
                  <a:prstClr val="black"/>
                </a:solidFill>
                <a:latin typeface="Consolas"/>
              </a:rPr>
              <a:t> id1 = </a:t>
            </a:r>
            <a:r>
              <a:rPr lang="en-US" dirty="0">
                <a:solidFill>
                  <a:srgbClr val="0000FF"/>
                </a:solidFill>
                <a:latin typeface="Consolas"/>
              </a:rPr>
              <a:t>new</a:t>
            </a:r>
            <a:r>
              <a:rPr lang="en-US" dirty="0">
                <a:solidFill>
                  <a:prstClr val="black"/>
                </a:solidFill>
                <a:latin typeface="Consolas"/>
              </a:rPr>
              <a:t> </a:t>
            </a:r>
            <a:r>
              <a:rPr lang="en-US" dirty="0" err="1">
                <a:solidFill>
                  <a:prstClr val="black"/>
                </a:solidFill>
                <a:latin typeface="Consolas"/>
              </a:rPr>
              <a:t>ItemID</a:t>
            </a:r>
            <a:r>
              <a:rPr lang="en-US" dirty="0">
                <a:solidFill>
                  <a:prstClr val="black"/>
                </a:solidFill>
                <a:latin typeface="Consolas"/>
              </a:rPr>
              <a:t>( 100 );</a:t>
            </a:r>
          </a:p>
          <a:p>
            <a:r>
              <a:rPr lang="en-US" dirty="0">
                <a:solidFill>
                  <a:prstClr val="black"/>
                </a:solidFill>
                <a:latin typeface="Consolas"/>
              </a:rPr>
              <a:t>      </a:t>
            </a:r>
            <a:r>
              <a:rPr lang="en-US" dirty="0" err="1">
                <a:solidFill>
                  <a:prstClr val="black"/>
                </a:solidFill>
                <a:latin typeface="Consolas"/>
              </a:rPr>
              <a:t>ItemID</a:t>
            </a:r>
            <a:r>
              <a:rPr lang="en-US" dirty="0">
                <a:solidFill>
                  <a:prstClr val="black"/>
                </a:solidFill>
                <a:latin typeface="Consolas"/>
              </a:rPr>
              <a:t> id2 = </a:t>
            </a:r>
            <a:r>
              <a:rPr lang="en-US" dirty="0">
                <a:solidFill>
                  <a:srgbClr val="0000FF"/>
                </a:solidFill>
                <a:latin typeface="Consolas"/>
              </a:rPr>
              <a:t>new</a:t>
            </a:r>
            <a:r>
              <a:rPr lang="en-US" dirty="0">
                <a:solidFill>
                  <a:prstClr val="black"/>
                </a:solidFill>
                <a:latin typeface="Consolas"/>
              </a:rPr>
              <a:t> </a:t>
            </a:r>
            <a:r>
              <a:rPr lang="en-US" dirty="0" err="1">
                <a:solidFill>
                  <a:prstClr val="black"/>
                </a:solidFill>
                <a:latin typeface="Consolas"/>
              </a:rPr>
              <a:t>ItemID</a:t>
            </a:r>
            <a:r>
              <a:rPr lang="en-US" dirty="0">
                <a:solidFill>
                  <a:prstClr val="black"/>
                </a:solidFill>
                <a:latin typeface="Consolas"/>
              </a:rPr>
              <a:t>( 200 );</a:t>
            </a:r>
          </a:p>
          <a:p>
            <a:r>
              <a:rPr lang="en-US" dirty="0">
                <a:solidFill>
                  <a:prstClr val="black"/>
                </a:solidFill>
                <a:latin typeface="Consolas"/>
              </a:rPr>
              <a:t>      Money price = </a:t>
            </a:r>
            <a:r>
              <a:rPr lang="en-US" dirty="0">
                <a:solidFill>
                  <a:srgbClr val="0000FF"/>
                </a:solidFill>
                <a:latin typeface="Consolas"/>
              </a:rPr>
              <a:t>new</a:t>
            </a:r>
            <a:r>
              <a:rPr lang="en-US" dirty="0">
                <a:solidFill>
                  <a:prstClr val="black"/>
                </a:solidFill>
                <a:latin typeface="Consolas"/>
              </a:rPr>
              <a:t> Money( 3 );</a:t>
            </a:r>
          </a:p>
          <a:p>
            <a:endParaRPr lang="vi-VN" dirty="0">
              <a:solidFill>
                <a:prstClr val="black"/>
              </a:solidFill>
              <a:latin typeface="Consolas"/>
            </a:endParaRPr>
          </a:p>
          <a:p>
            <a:r>
              <a:rPr lang="vi-VN" dirty="0">
                <a:solidFill>
                  <a:prstClr val="black"/>
                </a:solidFill>
                <a:latin typeface="Consolas"/>
              </a:rPr>
              <a:t>      ProductDescription desc;</a:t>
            </a:r>
          </a:p>
          <a:p>
            <a:r>
              <a:rPr lang="en-US" dirty="0">
                <a:solidFill>
                  <a:prstClr val="black"/>
                </a:solidFill>
                <a:latin typeface="Consolas"/>
              </a:rPr>
              <a:t>      </a:t>
            </a:r>
            <a:r>
              <a:rPr lang="en-US" dirty="0" err="1">
                <a:solidFill>
                  <a:prstClr val="black"/>
                </a:solidFill>
                <a:latin typeface="Consolas"/>
              </a:rPr>
              <a:t>desc</a:t>
            </a:r>
            <a:r>
              <a:rPr lang="en-US" dirty="0">
                <a:solidFill>
                  <a:prstClr val="black"/>
                </a:solidFill>
                <a:latin typeface="Consolas"/>
              </a:rPr>
              <a:t> = </a:t>
            </a:r>
            <a:r>
              <a:rPr lang="en-US" dirty="0">
                <a:solidFill>
                  <a:srgbClr val="0000FF"/>
                </a:solidFill>
                <a:latin typeface="Consolas"/>
              </a:rPr>
              <a:t>new</a:t>
            </a:r>
            <a:r>
              <a:rPr lang="en-US" dirty="0">
                <a:solidFill>
                  <a:prstClr val="black"/>
                </a:solidFill>
                <a:latin typeface="Consolas"/>
              </a:rPr>
              <a:t> </a:t>
            </a:r>
            <a:r>
              <a:rPr lang="en-US" dirty="0" err="1">
                <a:solidFill>
                  <a:prstClr val="black"/>
                </a:solidFill>
                <a:latin typeface="Consolas"/>
              </a:rPr>
              <a:t>ProductDescription</a:t>
            </a:r>
            <a:r>
              <a:rPr lang="en-US" dirty="0">
                <a:solidFill>
                  <a:prstClr val="black"/>
                </a:solidFill>
                <a:latin typeface="Consolas"/>
              </a:rPr>
              <a:t>( id1, price, </a:t>
            </a:r>
            <a:r>
              <a:rPr lang="en-US" dirty="0">
                <a:solidFill>
                  <a:srgbClr val="A31515"/>
                </a:solidFill>
                <a:latin typeface="Consolas"/>
              </a:rPr>
              <a:t>"product 1"</a:t>
            </a:r>
            <a:r>
              <a:rPr lang="en-US" dirty="0">
                <a:solidFill>
                  <a:prstClr val="black"/>
                </a:solidFill>
                <a:latin typeface="Consolas"/>
              </a:rPr>
              <a:t> );</a:t>
            </a:r>
          </a:p>
          <a:p>
            <a:r>
              <a:rPr lang="vi-VN" dirty="0">
                <a:solidFill>
                  <a:prstClr val="black"/>
                </a:solidFill>
                <a:latin typeface="Consolas"/>
              </a:rPr>
              <a:t>      descriptions.put( id1, desc );</a:t>
            </a:r>
          </a:p>
          <a:p>
            <a:r>
              <a:rPr lang="en-US" dirty="0">
                <a:solidFill>
                  <a:prstClr val="black"/>
                </a:solidFill>
                <a:latin typeface="Consolas"/>
              </a:rPr>
              <a:t>      </a:t>
            </a:r>
            <a:r>
              <a:rPr lang="en-US" dirty="0" err="1">
                <a:solidFill>
                  <a:prstClr val="black"/>
                </a:solidFill>
                <a:latin typeface="Consolas"/>
              </a:rPr>
              <a:t>desc</a:t>
            </a:r>
            <a:r>
              <a:rPr lang="en-US" dirty="0">
                <a:solidFill>
                  <a:prstClr val="black"/>
                </a:solidFill>
                <a:latin typeface="Consolas"/>
              </a:rPr>
              <a:t> = </a:t>
            </a:r>
            <a:r>
              <a:rPr lang="en-US" dirty="0">
                <a:solidFill>
                  <a:srgbClr val="0000FF"/>
                </a:solidFill>
                <a:latin typeface="Consolas"/>
              </a:rPr>
              <a:t>new</a:t>
            </a:r>
            <a:r>
              <a:rPr lang="en-US" dirty="0">
                <a:solidFill>
                  <a:prstClr val="black"/>
                </a:solidFill>
                <a:latin typeface="Consolas"/>
              </a:rPr>
              <a:t> </a:t>
            </a:r>
            <a:r>
              <a:rPr lang="en-US" dirty="0" err="1">
                <a:solidFill>
                  <a:prstClr val="black"/>
                </a:solidFill>
                <a:latin typeface="Consolas"/>
              </a:rPr>
              <a:t>ProductDescription</a:t>
            </a:r>
            <a:r>
              <a:rPr lang="en-US" dirty="0">
                <a:solidFill>
                  <a:prstClr val="black"/>
                </a:solidFill>
                <a:latin typeface="Consolas"/>
              </a:rPr>
              <a:t>( id2, price, </a:t>
            </a:r>
            <a:r>
              <a:rPr lang="en-US" dirty="0">
                <a:solidFill>
                  <a:srgbClr val="A31515"/>
                </a:solidFill>
                <a:latin typeface="Consolas"/>
              </a:rPr>
              <a:t>"product 2"</a:t>
            </a:r>
            <a:r>
              <a:rPr lang="en-US" dirty="0">
                <a:solidFill>
                  <a:prstClr val="black"/>
                </a:solidFill>
                <a:latin typeface="Consolas"/>
              </a:rPr>
              <a:t> );</a:t>
            </a:r>
          </a:p>
          <a:p>
            <a:r>
              <a:rPr lang="vi-VN" dirty="0">
                <a:solidFill>
                  <a:prstClr val="black"/>
                </a:solidFill>
                <a:latin typeface="Consolas"/>
              </a:rPr>
              <a:t>      descriptions.put( id2, desc );</a:t>
            </a:r>
          </a:p>
          <a:p>
            <a:r>
              <a:rPr lang="vi-VN" dirty="0">
                <a:solidFill>
                  <a:prstClr val="black"/>
                </a:solidFill>
                <a:latin typeface="Consolas"/>
              </a:rPr>
              <a:t>   }</a:t>
            </a:r>
          </a:p>
          <a:p>
            <a:endParaRPr lang="vi-VN" dirty="0">
              <a:solidFill>
                <a:prstClr val="black"/>
              </a:solidFill>
              <a:latin typeface="Consolas"/>
            </a:endParaRPr>
          </a:p>
          <a:p>
            <a:r>
              <a:rPr lang="vi-VN" dirty="0">
                <a:solidFill>
                  <a:prstClr val="black"/>
                </a:solidFill>
                <a:latin typeface="Consolas"/>
              </a:rPr>
              <a:t>   </a:t>
            </a:r>
            <a:r>
              <a:rPr lang="vi-VN" dirty="0">
                <a:solidFill>
                  <a:srgbClr val="0000FF"/>
                </a:solidFill>
                <a:latin typeface="Consolas"/>
              </a:rPr>
              <a:t>public</a:t>
            </a:r>
            <a:r>
              <a:rPr lang="vi-VN" dirty="0">
                <a:solidFill>
                  <a:prstClr val="black"/>
                </a:solidFill>
                <a:latin typeface="Consolas"/>
              </a:rPr>
              <a:t> ProductDescription getProductDescription( ItemID id )</a:t>
            </a:r>
          </a:p>
          <a:p>
            <a:r>
              <a:rPr lang="vi-VN" dirty="0">
                <a:solidFill>
                  <a:prstClr val="black"/>
                </a:solidFill>
                <a:latin typeface="Consolas"/>
              </a:rPr>
              <a:t>   {</a:t>
            </a:r>
          </a:p>
          <a:p>
            <a:r>
              <a:rPr lang="vi-VN" dirty="0">
                <a:solidFill>
                  <a:prstClr val="black"/>
                </a:solidFill>
                <a:latin typeface="Consolas"/>
              </a:rPr>
              <a:t>      </a:t>
            </a:r>
            <a:r>
              <a:rPr lang="vi-VN" dirty="0">
                <a:solidFill>
                  <a:srgbClr val="0000FF"/>
                </a:solidFill>
                <a:latin typeface="Consolas"/>
              </a:rPr>
              <a:t>return</a:t>
            </a:r>
            <a:r>
              <a:rPr lang="vi-VN" dirty="0">
                <a:solidFill>
                  <a:prstClr val="black"/>
                </a:solidFill>
                <a:latin typeface="Consolas"/>
              </a:rPr>
              <a:t> descriptions.get( id );</a:t>
            </a:r>
          </a:p>
          <a:p>
            <a:r>
              <a:rPr lang="vi-VN" dirty="0">
                <a:solidFill>
                  <a:prstClr val="black"/>
                </a:solidFill>
                <a:latin typeface="Consolas"/>
              </a:rPr>
              <a:t>   }</a:t>
            </a:r>
          </a:p>
          <a:p>
            <a:r>
              <a:rPr lang="vi-VN" dirty="0">
                <a:solidFill>
                  <a:prstClr val="black"/>
                </a:solidFill>
                <a:latin typeface="Consolas"/>
              </a:rPr>
              <a:t>}</a:t>
            </a:r>
          </a:p>
        </p:txBody>
      </p:sp>
      <p:sp>
        <p:nvSpPr>
          <p:cNvPr id="4"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16</a:t>
            </a:fld>
            <a:endParaRPr lang="en-US" sz="1400" dirty="0"/>
          </a:p>
        </p:txBody>
      </p:sp>
      <p:sp>
        <p:nvSpPr>
          <p:cNvPr id="5" name="Title 1"/>
          <p:cNvSpPr>
            <a:spLocks noGrp="1"/>
          </p:cNvSpPr>
          <p:nvPr>
            <p:ph type="title"/>
          </p:nvPr>
        </p:nvSpPr>
        <p:spPr>
          <a:xfrm>
            <a:off x="5645915" y="0"/>
            <a:ext cx="5484048" cy="879837"/>
          </a:xfrm>
        </p:spPr>
        <p:txBody>
          <a:bodyPr>
            <a:normAutofit/>
          </a:bodyPr>
          <a:lstStyle/>
          <a:p>
            <a:r>
              <a:rPr lang="en-US" dirty="0" smtClean="0">
                <a:solidFill>
                  <a:prstClr val="black"/>
                </a:solidFill>
                <a:latin typeface="Consolas"/>
              </a:rPr>
              <a:t>Class </a:t>
            </a:r>
            <a:r>
              <a:rPr lang="vi-VN" dirty="0" smtClean="0">
                <a:solidFill>
                  <a:prstClr val="black"/>
                </a:solidFill>
                <a:latin typeface="Consolas"/>
              </a:rPr>
              <a:t>ProductCatalog</a:t>
            </a:r>
            <a:endParaRPr lang="vi-VN" dirty="0">
              <a:solidFill>
                <a:prstClr val="black"/>
              </a:solidFill>
              <a:latin typeface="Consolas"/>
            </a:endParaRPr>
          </a:p>
        </p:txBody>
      </p:sp>
    </p:spTree>
    <p:extLst>
      <p:ext uri="{BB962C8B-B14F-4D97-AF65-F5344CB8AC3E}">
        <p14:creationId xmlns:p14="http://schemas.microsoft.com/office/powerpoint/2010/main" val="5900934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latin typeface="Consolas"/>
              </a:rPr>
              <a:t>Class </a:t>
            </a:r>
            <a:r>
              <a:rPr lang="vi-VN" dirty="0" smtClean="0">
                <a:solidFill>
                  <a:prstClr val="black"/>
                </a:solidFill>
                <a:latin typeface="Consolas"/>
              </a:rPr>
              <a:t>SalesLineItem</a:t>
            </a:r>
            <a:endParaRPr lang="vi-VN" dirty="0"/>
          </a:p>
        </p:txBody>
      </p:sp>
      <p:sp>
        <p:nvSpPr>
          <p:cNvPr id="6" name="Rectangle 5"/>
          <p:cNvSpPr/>
          <p:nvPr/>
        </p:nvSpPr>
        <p:spPr>
          <a:xfrm>
            <a:off x="335360" y="1468793"/>
            <a:ext cx="11400928" cy="4247317"/>
          </a:xfrm>
          <a:prstGeom prst="rect">
            <a:avLst/>
          </a:prstGeom>
        </p:spPr>
        <p:txBody>
          <a:bodyPr wrap="square">
            <a:spAutoFit/>
          </a:bodyPr>
          <a:lstStyle/>
          <a:p>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class</a:t>
            </a:r>
            <a:r>
              <a:rPr lang="vi-VN" dirty="0">
                <a:solidFill>
                  <a:prstClr val="black"/>
                </a:solidFill>
                <a:latin typeface="Consolas"/>
              </a:rPr>
              <a:t> SalesLineItem</a:t>
            </a:r>
          </a:p>
          <a:p>
            <a:r>
              <a:rPr lang="vi-VN" dirty="0">
                <a:solidFill>
                  <a:prstClr val="black"/>
                </a:solidFill>
                <a:latin typeface="Consolas"/>
              </a:rPr>
              <a:t>{</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a:t>
            </a:r>
            <a:r>
              <a:rPr lang="vi-VN" dirty="0">
                <a:solidFill>
                  <a:srgbClr val="0000FF"/>
                </a:solidFill>
                <a:latin typeface="Consolas"/>
              </a:rPr>
              <a:t>int</a:t>
            </a:r>
            <a:r>
              <a:rPr lang="vi-VN" dirty="0">
                <a:solidFill>
                  <a:prstClr val="black"/>
                </a:solidFill>
                <a:latin typeface="Consolas"/>
              </a:rPr>
              <a:t>    quantity;</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ProductDescription    description;</a:t>
            </a:r>
          </a:p>
          <a:p>
            <a:endParaRPr lang="vi-VN" dirty="0">
              <a:solidFill>
                <a:prstClr val="black"/>
              </a:solidFill>
              <a:latin typeface="Consolas"/>
            </a:endParaRPr>
          </a:p>
          <a:p>
            <a:r>
              <a:rPr lang="fr-FR" dirty="0">
                <a:solidFill>
                  <a:prstClr val="black"/>
                </a:solidFill>
                <a:latin typeface="Consolas"/>
              </a:rPr>
              <a:t>   </a:t>
            </a:r>
            <a:r>
              <a:rPr lang="fr-FR" dirty="0">
                <a:solidFill>
                  <a:srgbClr val="0000FF"/>
                </a:solidFill>
                <a:latin typeface="Consolas"/>
              </a:rPr>
              <a:t>public</a:t>
            </a:r>
            <a:r>
              <a:rPr lang="fr-FR" dirty="0">
                <a:solidFill>
                  <a:prstClr val="black"/>
                </a:solidFill>
                <a:latin typeface="Consolas"/>
              </a:rPr>
              <a:t> </a:t>
            </a:r>
            <a:r>
              <a:rPr lang="fr-FR" dirty="0" err="1">
                <a:solidFill>
                  <a:prstClr val="black"/>
                </a:solidFill>
                <a:latin typeface="Consolas"/>
              </a:rPr>
              <a:t>SalesLineItem</a:t>
            </a:r>
            <a:r>
              <a:rPr lang="fr-FR" dirty="0">
                <a:solidFill>
                  <a:prstClr val="black"/>
                </a:solidFill>
                <a:latin typeface="Consolas"/>
              </a:rPr>
              <a:t> (</a:t>
            </a:r>
            <a:r>
              <a:rPr lang="fr-FR" dirty="0" err="1">
                <a:solidFill>
                  <a:prstClr val="black"/>
                </a:solidFill>
                <a:latin typeface="Consolas"/>
              </a:rPr>
              <a:t>ProductDescription</a:t>
            </a:r>
            <a:r>
              <a:rPr lang="fr-FR" dirty="0">
                <a:solidFill>
                  <a:prstClr val="black"/>
                </a:solidFill>
                <a:latin typeface="Consolas"/>
              </a:rPr>
              <a:t> </a:t>
            </a:r>
            <a:r>
              <a:rPr lang="fr-FR" dirty="0" err="1">
                <a:solidFill>
                  <a:prstClr val="black"/>
                </a:solidFill>
                <a:latin typeface="Consolas"/>
              </a:rPr>
              <a:t>desc</a:t>
            </a:r>
            <a:r>
              <a:rPr lang="fr-FR" dirty="0">
                <a:solidFill>
                  <a:prstClr val="black"/>
                </a:solidFill>
                <a:latin typeface="Consolas"/>
              </a:rPr>
              <a:t>, </a:t>
            </a:r>
            <a:r>
              <a:rPr lang="fr-FR" dirty="0" err="1">
                <a:solidFill>
                  <a:srgbClr val="0000FF"/>
                </a:solidFill>
                <a:latin typeface="Consolas"/>
              </a:rPr>
              <a:t>int</a:t>
            </a:r>
            <a:r>
              <a:rPr lang="fr-FR" dirty="0">
                <a:solidFill>
                  <a:prstClr val="black"/>
                </a:solidFill>
                <a:latin typeface="Consolas"/>
              </a:rPr>
              <a:t> </a:t>
            </a:r>
            <a:r>
              <a:rPr lang="fr-FR" dirty="0" err="1">
                <a:solidFill>
                  <a:prstClr val="black"/>
                </a:solidFill>
                <a:latin typeface="Consolas"/>
              </a:rPr>
              <a:t>quantity</a:t>
            </a:r>
            <a:r>
              <a:rPr lang="fr-FR" dirty="0">
                <a:solidFill>
                  <a:prstClr val="black"/>
                </a:solidFill>
                <a:latin typeface="Consolas"/>
              </a:rPr>
              <a:t> )</a:t>
            </a:r>
          </a:p>
          <a:p>
            <a:r>
              <a:rPr lang="vi-VN" dirty="0">
                <a:solidFill>
                  <a:prstClr val="black"/>
                </a:solidFill>
                <a:latin typeface="Consolas"/>
              </a:rPr>
              <a:t>   {</a:t>
            </a:r>
          </a:p>
          <a:p>
            <a:r>
              <a:rPr lang="vi-VN" dirty="0">
                <a:solidFill>
                  <a:prstClr val="black"/>
                </a:solidFill>
                <a:latin typeface="Consolas"/>
              </a:rPr>
              <a:t>      </a:t>
            </a:r>
            <a:r>
              <a:rPr lang="vi-VN" dirty="0">
                <a:solidFill>
                  <a:srgbClr val="0000FF"/>
                </a:solidFill>
                <a:latin typeface="Consolas"/>
              </a:rPr>
              <a:t>this</a:t>
            </a:r>
            <a:r>
              <a:rPr lang="vi-VN" dirty="0">
                <a:solidFill>
                  <a:prstClr val="black"/>
                </a:solidFill>
                <a:latin typeface="Consolas"/>
              </a:rPr>
              <a:t>.description = desc;</a:t>
            </a:r>
          </a:p>
          <a:p>
            <a:r>
              <a:rPr lang="vi-VN" dirty="0">
                <a:solidFill>
                  <a:prstClr val="black"/>
                </a:solidFill>
                <a:latin typeface="Consolas"/>
              </a:rPr>
              <a:t>      </a:t>
            </a:r>
            <a:r>
              <a:rPr lang="vi-VN" dirty="0">
                <a:solidFill>
                  <a:srgbClr val="0000FF"/>
                </a:solidFill>
                <a:latin typeface="Consolas"/>
              </a:rPr>
              <a:t>this</a:t>
            </a:r>
            <a:r>
              <a:rPr lang="vi-VN" dirty="0">
                <a:solidFill>
                  <a:prstClr val="black"/>
                </a:solidFill>
                <a:latin typeface="Consolas"/>
              </a:rPr>
              <a:t>.quantity = quantity;</a:t>
            </a:r>
          </a:p>
          <a:p>
            <a:r>
              <a:rPr lang="vi-VN" dirty="0">
                <a:solidFill>
                  <a:prstClr val="black"/>
                </a:solidFill>
                <a:latin typeface="Consolas"/>
              </a:rPr>
              <a:t>   }</a:t>
            </a:r>
          </a:p>
          <a:p>
            <a:r>
              <a:rPr lang="vi-VN" dirty="0">
                <a:solidFill>
                  <a:prstClr val="black"/>
                </a:solidFill>
                <a:latin typeface="Consolas"/>
              </a:rPr>
              <a:t>   </a:t>
            </a:r>
            <a:r>
              <a:rPr lang="vi-VN" dirty="0">
                <a:solidFill>
                  <a:srgbClr val="0000FF"/>
                </a:solidFill>
                <a:latin typeface="Consolas"/>
              </a:rPr>
              <a:t>public</a:t>
            </a:r>
            <a:r>
              <a:rPr lang="vi-VN" dirty="0">
                <a:solidFill>
                  <a:prstClr val="black"/>
                </a:solidFill>
                <a:latin typeface="Consolas"/>
              </a:rPr>
              <a:t> Money getSubtotal()</a:t>
            </a:r>
          </a:p>
          <a:p>
            <a:r>
              <a:rPr lang="vi-VN" dirty="0">
                <a:solidFill>
                  <a:prstClr val="black"/>
                </a:solidFill>
                <a:latin typeface="Consolas"/>
              </a:rPr>
              <a:t>   {</a:t>
            </a:r>
          </a:p>
          <a:p>
            <a:r>
              <a:rPr lang="vi-VN" dirty="0">
                <a:solidFill>
                  <a:prstClr val="black"/>
                </a:solidFill>
                <a:latin typeface="Consolas"/>
              </a:rPr>
              <a:t>      </a:t>
            </a:r>
            <a:r>
              <a:rPr lang="vi-VN" dirty="0">
                <a:solidFill>
                  <a:srgbClr val="0000FF"/>
                </a:solidFill>
                <a:latin typeface="Consolas"/>
              </a:rPr>
              <a:t>return</a:t>
            </a:r>
            <a:r>
              <a:rPr lang="vi-VN" dirty="0">
                <a:solidFill>
                  <a:prstClr val="black"/>
                </a:solidFill>
                <a:latin typeface="Consolas"/>
              </a:rPr>
              <a:t> description.getPrice().</a:t>
            </a:r>
            <a:r>
              <a:rPr lang="vi-VN" dirty="0" smtClean="0">
                <a:solidFill>
                  <a:prstClr val="black"/>
                </a:solidFill>
                <a:latin typeface="Consolas"/>
              </a:rPr>
              <a:t>times(quantity);</a:t>
            </a:r>
            <a:endParaRPr lang="vi-VN" dirty="0">
              <a:solidFill>
                <a:prstClr val="black"/>
              </a:solidFill>
              <a:latin typeface="Consolas"/>
            </a:endParaRPr>
          </a:p>
          <a:p>
            <a:r>
              <a:rPr lang="vi-VN" dirty="0">
                <a:solidFill>
                  <a:prstClr val="black"/>
                </a:solidFill>
                <a:latin typeface="Consolas"/>
              </a:rPr>
              <a:t>   }</a:t>
            </a:r>
          </a:p>
          <a:p>
            <a:r>
              <a:rPr lang="vi-VN" dirty="0">
                <a:solidFill>
                  <a:prstClr val="black"/>
                </a:solidFill>
                <a:latin typeface="Consolas"/>
              </a:rPr>
              <a:t>}</a:t>
            </a:r>
          </a:p>
        </p:txBody>
      </p:sp>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1087" y="1468793"/>
            <a:ext cx="2686348" cy="343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17</a:t>
            </a:fld>
            <a:endParaRPr lang="en-US" sz="1400" dirty="0"/>
          </a:p>
        </p:txBody>
      </p:sp>
    </p:spTree>
    <p:extLst>
      <p:ext uri="{BB962C8B-B14F-4D97-AF65-F5344CB8AC3E}">
        <p14:creationId xmlns:p14="http://schemas.microsoft.com/office/powerpoint/2010/main" val="18120338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prstClr val="black"/>
                </a:solidFill>
                <a:latin typeface="Consolas"/>
              </a:rPr>
              <a:t>Class Sale</a:t>
            </a:r>
            <a:endParaRPr lang="vi-VN" dirty="0"/>
          </a:p>
        </p:txBody>
      </p:sp>
      <p:sp>
        <p:nvSpPr>
          <p:cNvPr id="6" name="Rectangle 5"/>
          <p:cNvSpPr/>
          <p:nvPr/>
        </p:nvSpPr>
        <p:spPr>
          <a:xfrm>
            <a:off x="853963" y="4044864"/>
            <a:ext cx="11353600" cy="2308324"/>
          </a:xfrm>
          <a:prstGeom prst="rect">
            <a:avLst/>
          </a:prstGeom>
        </p:spPr>
        <p:txBody>
          <a:bodyPr wrap="square">
            <a:spAutoFit/>
          </a:bodyPr>
          <a:lstStyle/>
          <a:p>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class</a:t>
            </a:r>
            <a:r>
              <a:rPr lang="vi-VN" dirty="0">
                <a:solidFill>
                  <a:prstClr val="black"/>
                </a:solidFill>
                <a:latin typeface="Consolas"/>
              </a:rPr>
              <a:t> Sale</a:t>
            </a:r>
          </a:p>
          <a:p>
            <a:r>
              <a:rPr lang="vi-VN" dirty="0">
                <a:solidFill>
                  <a:prstClr val="black"/>
                </a:solidFill>
                <a:latin typeface="Consolas"/>
              </a:rPr>
              <a:t>{</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List&lt;SalesLineItem&gt; lineItems </a:t>
            </a:r>
            <a:r>
              <a:rPr lang="vi-VN" dirty="0" smtClean="0">
                <a:solidFill>
                  <a:prstClr val="black"/>
                </a:solidFill>
                <a:latin typeface="Consolas"/>
              </a:rPr>
              <a:t>= </a:t>
            </a:r>
            <a:r>
              <a:rPr lang="vi-VN" dirty="0" smtClean="0">
                <a:solidFill>
                  <a:srgbClr val="0000FF"/>
                </a:solidFill>
                <a:latin typeface="Consolas"/>
              </a:rPr>
              <a:t>new</a:t>
            </a:r>
            <a:r>
              <a:rPr lang="vi-VN" dirty="0" smtClean="0">
                <a:solidFill>
                  <a:prstClr val="black"/>
                </a:solidFill>
                <a:latin typeface="Consolas"/>
              </a:rPr>
              <a:t> </a:t>
            </a:r>
            <a:r>
              <a:rPr lang="vi-VN" dirty="0">
                <a:solidFill>
                  <a:prstClr val="black"/>
                </a:solidFill>
                <a:latin typeface="Consolas"/>
              </a:rPr>
              <a:t>ArrayList()&lt;SalesLineItem</a:t>
            </a:r>
            <a:r>
              <a:rPr lang="vi-VN" dirty="0" smtClean="0">
                <a:solidFill>
                  <a:prstClr val="black"/>
                </a:solidFill>
                <a:latin typeface="Consolas"/>
              </a:rPr>
              <a:t>&gt;;</a:t>
            </a:r>
          </a:p>
          <a:p>
            <a:r>
              <a:rPr lang="vi-VN" dirty="0" smtClean="0">
                <a:solidFill>
                  <a:srgbClr val="0000FF"/>
                </a:solidFill>
                <a:latin typeface="Consolas"/>
              </a:rPr>
              <a:t>   private</a:t>
            </a:r>
            <a:r>
              <a:rPr lang="vi-VN" dirty="0" smtClean="0">
                <a:solidFill>
                  <a:prstClr val="black"/>
                </a:solidFill>
                <a:latin typeface="Consolas"/>
              </a:rPr>
              <a:t> </a:t>
            </a:r>
            <a:r>
              <a:rPr lang="vi-VN" dirty="0">
                <a:solidFill>
                  <a:prstClr val="black"/>
                </a:solidFill>
                <a:latin typeface="Consolas"/>
              </a:rPr>
              <a:t>Payment payment</a:t>
            </a:r>
            <a:r>
              <a:rPr lang="vi-VN" dirty="0" smtClean="0">
                <a:solidFill>
                  <a:prstClr val="black"/>
                </a:solidFill>
                <a:latin typeface="Consolas"/>
              </a:rPr>
              <a:t>;</a:t>
            </a:r>
            <a:endParaRPr lang="vi-VN" dirty="0">
              <a:solidFill>
                <a:prstClr val="black"/>
              </a:solidFill>
              <a:latin typeface="Consolas"/>
            </a:endParaRPr>
          </a:p>
          <a:p>
            <a:r>
              <a:rPr lang="en-US" dirty="0">
                <a:solidFill>
                  <a:prstClr val="black"/>
                </a:solidFill>
                <a:latin typeface="Consolas"/>
              </a:rPr>
              <a:t>   </a:t>
            </a:r>
            <a:r>
              <a:rPr lang="en-US" dirty="0">
                <a:solidFill>
                  <a:srgbClr val="0000FF"/>
                </a:solidFill>
                <a:latin typeface="Consolas"/>
              </a:rPr>
              <a:t>private</a:t>
            </a:r>
            <a:r>
              <a:rPr lang="en-US" dirty="0">
                <a:solidFill>
                  <a:prstClr val="black"/>
                </a:solidFill>
                <a:latin typeface="Consolas"/>
              </a:rPr>
              <a:t> Date </a:t>
            </a:r>
            <a:r>
              <a:rPr lang="en-US" dirty="0" err="1">
                <a:solidFill>
                  <a:prstClr val="black"/>
                </a:solidFill>
                <a:latin typeface="Consolas"/>
              </a:rPr>
              <a:t>date</a:t>
            </a:r>
            <a:r>
              <a:rPr lang="en-US" dirty="0">
                <a:solidFill>
                  <a:prstClr val="black"/>
                </a:solidFill>
                <a:latin typeface="Consolas"/>
              </a:rPr>
              <a:t> = </a:t>
            </a:r>
            <a:r>
              <a:rPr lang="en-US" dirty="0">
                <a:solidFill>
                  <a:srgbClr val="0000FF"/>
                </a:solidFill>
                <a:latin typeface="Consolas"/>
              </a:rPr>
              <a:t>new</a:t>
            </a:r>
            <a:r>
              <a:rPr lang="en-US" dirty="0">
                <a:solidFill>
                  <a:prstClr val="black"/>
                </a:solidFill>
                <a:latin typeface="Consolas"/>
              </a:rPr>
              <a:t> Date();</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boolean isComplete = </a:t>
            </a:r>
            <a:r>
              <a:rPr lang="vi-VN" dirty="0">
                <a:solidFill>
                  <a:srgbClr val="0000FF"/>
                </a:solidFill>
                <a:latin typeface="Consolas"/>
              </a:rPr>
              <a:t>false</a:t>
            </a:r>
            <a:r>
              <a:rPr lang="vi-VN" dirty="0" smtClean="0">
                <a:solidFill>
                  <a:prstClr val="black"/>
                </a:solidFill>
                <a:latin typeface="Consolas"/>
              </a:rPr>
              <a:t>;</a:t>
            </a:r>
          </a:p>
          <a:p>
            <a:r>
              <a:rPr lang="en-US" dirty="0">
                <a:solidFill>
                  <a:prstClr val="black"/>
                </a:solidFill>
                <a:latin typeface="Consolas"/>
              </a:rPr>
              <a:t> </a:t>
            </a:r>
            <a:r>
              <a:rPr lang="en-US" dirty="0" smtClean="0">
                <a:solidFill>
                  <a:prstClr val="black"/>
                </a:solidFill>
                <a:latin typeface="Consolas"/>
              </a:rPr>
              <a:t>  </a:t>
            </a:r>
            <a:r>
              <a:rPr lang="vi-VN" dirty="0" smtClean="0">
                <a:solidFill>
                  <a:prstClr val="black"/>
                </a:solidFill>
                <a:latin typeface="Consolas"/>
              </a:rPr>
              <a:t>...</a:t>
            </a:r>
          </a:p>
          <a:p>
            <a:r>
              <a:rPr lang="vi-VN" dirty="0">
                <a:solidFill>
                  <a:prstClr val="black"/>
                </a:solidFill>
                <a:latin typeface="Consolas"/>
              </a:rPr>
              <a:t>}</a:t>
            </a:r>
          </a:p>
        </p:txBody>
      </p:sp>
      <p:pic>
        <p:nvPicPr>
          <p:cNvPr id="532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5027" y="1181902"/>
            <a:ext cx="6210300" cy="3134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18</a:t>
            </a:fld>
            <a:endParaRPr lang="en-US" sz="1400" dirty="0"/>
          </a:p>
        </p:txBody>
      </p:sp>
    </p:spTree>
    <p:extLst>
      <p:ext uri="{BB962C8B-B14F-4D97-AF65-F5344CB8AC3E}">
        <p14:creationId xmlns:p14="http://schemas.microsoft.com/office/powerpoint/2010/main" val="480875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prstClr val="black"/>
                </a:solidFill>
                <a:latin typeface="Consolas"/>
              </a:rPr>
              <a:t>Class </a:t>
            </a:r>
            <a:r>
              <a:rPr lang="en-US" dirty="0" smtClean="0">
                <a:solidFill>
                  <a:prstClr val="black"/>
                </a:solidFill>
                <a:latin typeface="Consolas"/>
              </a:rPr>
              <a:t>Sale</a:t>
            </a:r>
            <a:endParaRPr lang="vi-V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1805" y="173012"/>
            <a:ext cx="5713833" cy="3070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331316" y="1548622"/>
            <a:ext cx="11880981" cy="5632311"/>
          </a:xfrm>
          <a:prstGeom prst="rect">
            <a:avLst/>
          </a:prstGeom>
        </p:spPr>
        <p:txBody>
          <a:bodyPr wrap="square">
            <a:spAutoFit/>
          </a:bodyPr>
          <a:lstStyle/>
          <a:p>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class</a:t>
            </a:r>
            <a:r>
              <a:rPr lang="vi-VN" dirty="0">
                <a:solidFill>
                  <a:prstClr val="black"/>
                </a:solidFill>
                <a:latin typeface="Consolas"/>
              </a:rPr>
              <a:t> Sale</a:t>
            </a:r>
          </a:p>
          <a:p>
            <a:r>
              <a:rPr lang="vi-VN" dirty="0">
                <a:solidFill>
                  <a:prstClr val="black"/>
                </a:solidFill>
                <a:latin typeface="Consolas"/>
              </a:rPr>
              <a:t>{</a:t>
            </a:r>
          </a:p>
          <a:p>
            <a:r>
              <a:rPr lang="vi-VN" dirty="0">
                <a:solidFill>
                  <a:prstClr val="black"/>
                </a:solidFill>
                <a:latin typeface="Consolas"/>
              </a:rPr>
              <a:t>   </a:t>
            </a:r>
            <a:r>
              <a:rPr lang="vi-VN" dirty="0" smtClean="0">
                <a:solidFill>
                  <a:prstClr val="black"/>
                </a:solidFill>
                <a:latin typeface="Consolas"/>
              </a:rPr>
              <a:t>...</a:t>
            </a:r>
            <a:endParaRPr lang="vi-VN" dirty="0">
              <a:solidFill>
                <a:prstClr val="black"/>
              </a:solidFill>
              <a:latin typeface="Consolas"/>
            </a:endParaRPr>
          </a:p>
          <a:p>
            <a:r>
              <a:rPr lang="vi-VN" dirty="0">
                <a:solidFill>
                  <a:prstClr val="black"/>
                </a:solidFill>
                <a:latin typeface="Consolas"/>
              </a:rPr>
              <a:t>   </a:t>
            </a:r>
            <a:r>
              <a:rPr lang="vi-VN" dirty="0">
                <a:solidFill>
                  <a:srgbClr val="0000FF"/>
                </a:solidFill>
                <a:latin typeface="Consolas"/>
              </a:rPr>
              <a:t>public</a:t>
            </a:r>
            <a:r>
              <a:rPr lang="vi-VN" dirty="0">
                <a:solidFill>
                  <a:prstClr val="black"/>
                </a:solidFill>
                <a:latin typeface="Consolas"/>
              </a:rPr>
              <a:t> Money getBalance()</a:t>
            </a:r>
          </a:p>
          <a:p>
            <a:r>
              <a:rPr lang="vi-VN" dirty="0">
                <a:solidFill>
                  <a:prstClr val="black"/>
                </a:solidFill>
                <a:latin typeface="Consolas"/>
              </a:rPr>
              <a:t>   {</a:t>
            </a:r>
          </a:p>
          <a:p>
            <a:r>
              <a:rPr lang="vi-VN" dirty="0">
                <a:solidFill>
                  <a:prstClr val="black"/>
                </a:solidFill>
                <a:latin typeface="Consolas"/>
              </a:rPr>
              <a:t>      </a:t>
            </a:r>
            <a:r>
              <a:rPr lang="vi-VN" dirty="0">
                <a:solidFill>
                  <a:srgbClr val="0000FF"/>
                </a:solidFill>
                <a:latin typeface="Consolas"/>
              </a:rPr>
              <a:t>return</a:t>
            </a:r>
            <a:r>
              <a:rPr lang="vi-VN" dirty="0">
                <a:solidFill>
                  <a:prstClr val="black"/>
                </a:solidFill>
                <a:latin typeface="Consolas"/>
              </a:rPr>
              <a:t> payment.getAmount().minus( getTotal() );</a:t>
            </a:r>
          </a:p>
          <a:p>
            <a:r>
              <a:rPr lang="vi-VN" dirty="0">
                <a:solidFill>
                  <a:prstClr val="black"/>
                </a:solidFill>
                <a:latin typeface="Consolas"/>
              </a:rPr>
              <a:t>   }</a:t>
            </a:r>
          </a:p>
          <a:p>
            <a:endParaRPr lang="vi-VN" dirty="0">
              <a:solidFill>
                <a:prstClr val="black"/>
              </a:solidFill>
              <a:latin typeface="Consolas"/>
            </a:endParaRPr>
          </a:p>
          <a:p>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a:t>
            </a:r>
            <a:r>
              <a:rPr lang="en-US" dirty="0">
                <a:solidFill>
                  <a:srgbClr val="0000FF"/>
                </a:solidFill>
                <a:latin typeface="Consolas"/>
              </a:rPr>
              <a:t>void</a:t>
            </a:r>
            <a:r>
              <a:rPr lang="en-US" dirty="0">
                <a:solidFill>
                  <a:prstClr val="black"/>
                </a:solidFill>
                <a:latin typeface="Consolas"/>
              </a:rPr>
              <a:t> </a:t>
            </a:r>
            <a:r>
              <a:rPr lang="en-US" dirty="0" err="1">
                <a:solidFill>
                  <a:prstClr val="black"/>
                </a:solidFill>
                <a:latin typeface="Consolas"/>
              </a:rPr>
              <a:t>becomeComplete</a:t>
            </a:r>
            <a:r>
              <a:rPr lang="en-US" dirty="0">
                <a:solidFill>
                  <a:prstClr val="black"/>
                </a:solidFill>
                <a:latin typeface="Consolas"/>
              </a:rPr>
              <a:t>() { </a:t>
            </a:r>
            <a:r>
              <a:rPr lang="en-US" dirty="0" err="1">
                <a:solidFill>
                  <a:prstClr val="black"/>
                </a:solidFill>
                <a:latin typeface="Consolas"/>
              </a:rPr>
              <a:t>isComplete</a:t>
            </a:r>
            <a:r>
              <a:rPr lang="en-US" dirty="0">
                <a:solidFill>
                  <a:prstClr val="black"/>
                </a:solidFill>
                <a:latin typeface="Consolas"/>
              </a:rPr>
              <a:t> = </a:t>
            </a:r>
            <a:r>
              <a:rPr lang="en-US" dirty="0">
                <a:solidFill>
                  <a:srgbClr val="0000FF"/>
                </a:solidFill>
                <a:latin typeface="Consolas"/>
              </a:rPr>
              <a:t>true</a:t>
            </a:r>
            <a:r>
              <a:rPr lang="en-US" dirty="0">
                <a:solidFill>
                  <a:prstClr val="black"/>
                </a:solidFill>
                <a:latin typeface="Consolas"/>
              </a:rPr>
              <a:t>; }</a:t>
            </a:r>
          </a:p>
          <a:p>
            <a:endParaRPr lang="vi-VN" dirty="0">
              <a:solidFill>
                <a:prstClr val="black"/>
              </a:solidFill>
              <a:latin typeface="Consolas"/>
            </a:endParaRPr>
          </a:p>
          <a:p>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a:t>
            </a:r>
            <a:r>
              <a:rPr lang="en-US" dirty="0" err="1">
                <a:solidFill>
                  <a:prstClr val="black"/>
                </a:solidFill>
                <a:latin typeface="Consolas"/>
              </a:rPr>
              <a:t>boolean</a:t>
            </a:r>
            <a:r>
              <a:rPr lang="en-US" dirty="0">
                <a:solidFill>
                  <a:prstClr val="black"/>
                </a:solidFill>
                <a:latin typeface="Consolas"/>
              </a:rPr>
              <a:t> </a:t>
            </a:r>
            <a:r>
              <a:rPr lang="en-US" dirty="0" err="1">
                <a:solidFill>
                  <a:prstClr val="black"/>
                </a:solidFill>
                <a:latin typeface="Consolas"/>
              </a:rPr>
              <a:t>isComplete</a:t>
            </a:r>
            <a:r>
              <a:rPr lang="en-US" dirty="0">
                <a:solidFill>
                  <a:prstClr val="black"/>
                </a:solidFill>
                <a:latin typeface="Consolas"/>
              </a:rPr>
              <a:t>() { </a:t>
            </a:r>
            <a:r>
              <a:rPr lang="en-US" dirty="0">
                <a:solidFill>
                  <a:srgbClr val="0000FF"/>
                </a:solidFill>
                <a:latin typeface="Consolas"/>
              </a:rPr>
              <a:t>return</a:t>
            </a:r>
            <a:r>
              <a:rPr lang="en-US" dirty="0">
                <a:solidFill>
                  <a:prstClr val="black"/>
                </a:solidFill>
                <a:latin typeface="Consolas"/>
              </a:rPr>
              <a:t> </a:t>
            </a:r>
            <a:r>
              <a:rPr lang="en-US" dirty="0" err="1">
                <a:solidFill>
                  <a:prstClr val="black"/>
                </a:solidFill>
                <a:latin typeface="Consolas"/>
              </a:rPr>
              <a:t>isComplete</a:t>
            </a:r>
            <a:r>
              <a:rPr lang="en-US" dirty="0">
                <a:solidFill>
                  <a:prstClr val="black"/>
                </a:solidFill>
                <a:latin typeface="Consolas"/>
              </a:rPr>
              <a:t>; }</a:t>
            </a:r>
          </a:p>
          <a:p>
            <a:endParaRPr lang="vi-VN" dirty="0">
              <a:solidFill>
                <a:prstClr val="black"/>
              </a:solidFill>
              <a:latin typeface="Consolas"/>
            </a:endParaRPr>
          </a:p>
          <a:p>
            <a:r>
              <a:rPr lang="vi-VN" dirty="0">
                <a:solidFill>
                  <a:prstClr val="black"/>
                </a:solidFill>
                <a:latin typeface="Consolas"/>
              </a:rPr>
              <a:t>   </a:t>
            </a:r>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void</a:t>
            </a:r>
            <a:r>
              <a:rPr lang="vi-VN" dirty="0">
                <a:solidFill>
                  <a:prstClr val="black"/>
                </a:solidFill>
                <a:latin typeface="Consolas"/>
              </a:rPr>
              <a:t> </a:t>
            </a:r>
            <a:r>
              <a:rPr lang="vi-VN" dirty="0" smtClean="0">
                <a:solidFill>
                  <a:prstClr val="black"/>
                </a:solidFill>
                <a:latin typeface="Consolas"/>
              </a:rPr>
              <a:t>makeLineItem ( </a:t>
            </a:r>
            <a:r>
              <a:rPr lang="vi-VN" dirty="0">
                <a:solidFill>
                  <a:prstClr val="black"/>
                </a:solidFill>
                <a:latin typeface="Consolas"/>
              </a:rPr>
              <a:t>ProductDescription desc, </a:t>
            </a:r>
            <a:r>
              <a:rPr lang="vi-VN" dirty="0">
                <a:solidFill>
                  <a:srgbClr val="0000FF"/>
                </a:solidFill>
                <a:latin typeface="Consolas"/>
              </a:rPr>
              <a:t>int</a:t>
            </a:r>
            <a:r>
              <a:rPr lang="vi-VN" dirty="0">
                <a:solidFill>
                  <a:prstClr val="black"/>
                </a:solidFill>
                <a:latin typeface="Consolas"/>
              </a:rPr>
              <a:t> quantity )</a:t>
            </a:r>
          </a:p>
          <a:p>
            <a:r>
              <a:rPr lang="vi-VN" dirty="0">
                <a:solidFill>
                  <a:prstClr val="black"/>
                </a:solidFill>
                <a:latin typeface="Consolas"/>
              </a:rPr>
              <a:t>   {</a:t>
            </a:r>
          </a:p>
          <a:p>
            <a:r>
              <a:rPr lang="en-US" dirty="0">
                <a:solidFill>
                  <a:prstClr val="black"/>
                </a:solidFill>
                <a:latin typeface="Consolas"/>
              </a:rPr>
              <a:t>      </a:t>
            </a:r>
            <a:r>
              <a:rPr lang="en-US" dirty="0" err="1">
                <a:solidFill>
                  <a:prstClr val="black"/>
                </a:solidFill>
                <a:latin typeface="Consolas"/>
              </a:rPr>
              <a:t>lineItems.add</a:t>
            </a:r>
            <a:r>
              <a:rPr lang="en-US" dirty="0">
                <a:solidFill>
                  <a:prstClr val="black"/>
                </a:solidFill>
                <a:latin typeface="Consolas"/>
              </a:rPr>
              <a:t>( </a:t>
            </a:r>
            <a:r>
              <a:rPr lang="en-US" dirty="0">
                <a:solidFill>
                  <a:srgbClr val="0000FF"/>
                </a:solidFill>
                <a:latin typeface="Consolas"/>
              </a:rPr>
              <a:t>new</a:t>
            </a:r>
            <a:r>
              <a:rPr lang="en-US" dirty="0">
                <a:solidFill>
                  <a:prstClr val="black"/>
                </a:solidFill>
                <a:latin typeface="Consolas"/>
              </a:rPr>
              <a:t> </a:t>
            </a:r>
            <a:r>
              <a:rPr lang="en-US" dirty="0" err="1">
                <a:solidFill>
                  <a:prstClr val="black"/>
                </a:solidFill>
                <a:latin typeface="Consolas"/>
              </a:rPr>
              <a:t>SalesLineItem</a:t>
            </a:r>
            <a:r>
              <a:rPr lang="en-US" dirty="0">
                <a:solidFill>
                  <a:prstClr val="black"/>
                </a:solidFill>
                <a:latin typeface="Consolas"/>
              </a:rPr>
              <a:t>( </a:t>
            </a:r>
            <a:r>
              <a:rPr lang="en-US" dirty="0" err="1">
                <a:solidFill>
                  <a:prstClr val="black"/>
                </a:solidFill>
                <a:latin typeface="Consolas"/>
              </a:rPr>
              <a:t>desc</a:t>
            </a:r>
            <a:r>
              <a:rPr lang="en-US" dirty="0">
                <a:solidFill>
                  <a:prstClr val="black"/>
                </a:solidFill>
                <a:latin typeface="Consolas"/>
              </a:rPr>
              <a:t>, quantity ) );</a:t>
            </a:r>
          </a:p>
          <a:p>
            <a:r>
              <a:rPr lang="vi-VN" dirty="0">
                <a:solidFill>
                  <a:prstClr val="black"/>
                </a:solidFill>
                <a:latin typeface="Consolas"/>
              </a:rPr>
              <a:t>   }</a:t>
            </a:r>
          </a:p>
          <a:p>
            <a:endParaRPr lang="vi-VN" dirty="0">
              <a:solidFill>
                <a:prstClr val="black"/>
              </a:solidFill>
              <a:latin typeface="Consolas"/>
            </a:endParaRPr>
          </a:p>
          <a:p>
            <a:r>
              <a:rPr lang="vi-VN" dirty="0">
                <a:solidFill>
                  <a:prstClr val="black"/>
                </a:solidFill>
                <a:latin typeface="Consolas"/>
              </a:rPr>
              <a:t>   </a:t>
            </a:r>
            <a:r>
              <a:rPr lang="vi-VN" dirty="0" smtClean="0">
                <a:solidFill>
                  <a:prstClr val="black"/>
                </a:solidFill>
                <a:latin typeface="Consolas"/>
              </a:rPr>
              <a:t>...</a:t>
            </a:r>
            <a:endParaRPr lang="vi-VN" dirty="0">
              <a:solidFill>
                <a:prstClr val="black"/>
              </a:solidFill>
              <a:latin typeface="Consolas"/>
            </a:endParaRPr>
          </a:p>
          <a:p>
            <a:r>
              <a:rPr lang="vi-VN" dirty="0">
                <a:solidFill>
                  <a:prstClr val="black"/>
                </a:solidFill>
                <a:latin typeface="Consolas"/>
              </a:rPr>
              <a:t>}</a:t>
            </a:r>
          </a:p>
          <a:p>
            <a:endParaRPr lang="vi-VN" dirty="0">
              <a:solidFill>
                <a:prstClr val="black"/>
              </a:solidFill>
              <a:latin typeface="Consolas"/>
            </a:endParaRPr>
          </a:p>
        </p:txBody>
      </p:sp>
      <p:sp>
        <p:nvSpPr>
          <p:cNvPr id="5"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19</a:t>
            </a:fld>
            <a:endParaRPr lang="en-US" sz="1400" dirty="0"/>
          </a:p>
        </p:txBody>
      </p:sp>
    </p:spTree>
    <p:extLst>
      <p:ext uri="{BB962C8B-B14F-4D97-AF65-F5344CB8AC3E}">
        <p14:creationId xmlns:p14="http://schemas.microsoft.com/office/powerpoint/2010/main" val="9844727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7898" y="323439"/>
            <a:ext cx="6210300" cy="3352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solidFill>
                  <a:prstClr val="black"/>
                </a:solidFill>
                <a:latin typeface="Consolas"/>
              </a:rPr>
              <a:t>Class </a:t>
            </a:r>
            <a:r>
              <a:rPr lang="en-US" dirty="0" smtClean="0">
                <a:solidFill>
                  <a:prstClr val="black"/>
                </a:solidFill>
                <a:latin typeface="Consolas"/>
              </a:rPr>
              <a:t>Sale</a:t>
            </a:r>
            <a:endParaRPr lang="vi-VN" dirty="0"/>
          </a:p>
        </p:txBody>
      </p:sp>
      <p:sp>
        <p:nvSpPr>
          <p:cNvPr id="6" name="Rectangle 5"/>
          <p:cNvSpPr/>
          <p:nvPr/>
        </p:nvSpPr>
        <p:spPr>
          <a:xfrm>
            <a:off x="1154011" y="1197884"/>
            <a:ext cx="11880981" cy="5909310"/>
          </a:xfrm>
          <a:prstGeom prst="rect">
            <a:avLst/>
          </a:prstGeom>
        </p:spPr>
        <p:txBody>
          <a:bodyPr wrap="square">
            <a:spAutoFit/>
          </a:bodyPr>
          <a:lstStyle/>
          <a:p>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class</a:t>
            </a:r>
            <a:r>
              <a:rPr lang="vi-VN" dirty="0">
                <a:solidFill>
                  <a:prstClr val="black"/>
                </a:solidFill>
                <a:latin typeface="Consolas"/>
              </a:rPr>
              <a:t> Sale</a:t>
            </a:r>
          </a:p>
          <a:p>
            <a:r>
              <a:rPr lang="vi-VN" dirty="0">
                <a:solidFill>
                  <a:prstClr val="black"/>
                </a:solidFill>
                <a:latin typeface="Consolas"/>
              </a:rPr>
              <a:t>{</a:t>
            </a:r>
          </a:p>
          <a:p>
            <a:r>
              <a:rPr lang="vi-VN" dirty="0">
                <a:solidFill>
                  <a:prstClr val="black"/>
                </a:solidFill>
                <a:latin typeface="Consolas"/>
              </a:rPr>
              <a:t>   </a:t>
            </a:r>
            <a:r>
              <a:rPr lang="vi-VN" dirty="0" smtClean="0">
                <a:solidFill>
                  <a:prstClr val="black"/>
                </a:solidFill>
                <a:latin typeface="Consolas"/>
              </a:rPr>
              <a:t>...</a:t>
            </a:r>
          </a:p>
          <a:p>
            <a:r>
              <a:rPr lang="vi-VN" dirty="0" smtClean="0">
                <a:solidFill>
                  <a:prstClr val="black"/>
                </a:solidFill>
                <a:latin typeface="Consolas"/>
              </a:rPr>
              <a:t>   </a:t>
            </a:r>
            <a:r>
              <a:rPr lang="vi-VN" dirty="0" smtClean="0">
                <a:solidFill>
                  <a:srgbClr val="0000FF"/>
                </a:solidFill>
                <a:latin typeface="Consolas"/>
              </a:rPr>
              <a:t>public</a:t>
            </a:r>
            <a:r>
              <a:rPr lang="vi-VN" dirty="0" smtClean="0">
                <a:solidFill>
                  <a:prstClr val="black"/>
                </a:solidFill>
                <a:latin typeface="Consolas"/>
              </a:rPr>
              <a:t> Money getTotal()</a:t>
            </a:r>
          </a:p>
          <a:p>
            <a:r>
              <a:rPr lang="vi-VN" dirty="0" smtClean="0">
                <a:solidFill>
                  <a:prstClr val="black"/>
                </a:solidFill>
                <a:latin typeface="Consolas"/>
              </a:rPr>
              <a:t>   {</a:t>
            </a:r>
          </a:p>
          <a:p>
            <a:r>
              <a:rPr lang="vi-VN" dirty="0" smtClean="0">
                <a:solidFill>
                  <a:prstClr val="black"/>
                </a:solidFill>
                <a:latin typeface="Consolas"/>
              </a:rPr>
              <a:t>      </a:t>
            </a:r>
            <a:r>
              <a:rPr lang="vi-VN" dirty="0">
                <a:solidFill>
                  <a:prstClr val="black"/>
                </a:solidFill>
                <a:latin typeface="Consolas"/>
              </a:rPr>
              <a:t>Money total = </a:t>
            </a:r>
            <a:r>
              <a:rPr lang="vi-VN" dirty="0">
                <a:solidFill>
                  <a:srgbClr val="0000FF"/>
                </a:solidFill>
                <a:latin typeface="Consolas"/>
              </a:rPr>
              <a:t>new</a:t>
            </a:r>
            <a:r>
              <a:rPr lang="vi-VN" dirty="0">
                <a:solidFill>
                  <a:prstClr val="black"/>
                </a:solidFill>
                <a:latin typeface="Consolas"/>
              </a:rPr>
              <a:t> Money();</a:t>
            </a:r>
          </a:p>
          <a:p>
            <a:r>
              <a:rPr lang="vi-VN" dirty="0">
                <a:solidFill>
                  <a:prstClr val="black"/>
                </a:solidFill>
                <a:latin typeface="Consolas"/>
              </a:rPr>
              <a:t>      Money subtotal = null;</a:t>
            </a:r>
          </a:p>
          <a:p>
            <a:endParaRPr lang="vi-VN" dirty="0">
              <a:solidFill>
                <a:prstClr val="black"/>
              </a:solidFill>
              <a:latin typeface="Consolas"/>
            </a:endParaRPr>
          </a:p>
          <a:p>
            <a:r>
              <a:rPr lang="vi-VN" dirty="0">
                <a:solidFill>
                  <a:prstClr val="black"/>
                </a:solidFill>
                <a:latin typeface="Consolas"/>
              </a:rPr>
              <a:t>      </a:t>
            </a:r>
            <a:r>
              <a:rPr lang="vi-VN" dirty="0">
                <a:solidFill>
                  <a:srgbClr val="0000FF"/>
                </a:solidFill>
                <a:latin typeface="Consolas"/>
              </a:rPr>
              <a:t>for</a:t>
            </a:r>
            <a:r>
              <a:rPr lang="vi-VN" dirty="0">
                <a:solidFill>
                  <a:prstClr val="black"/>
                </a:solidFill>
                <a:latin typeface="Consolas"/>
              </a:rPr>
              <a:t> ( SalesLineItem lineItem : lineItems )</a:t>
            </a:r>
          </a:p>
          <a:p>
            <a:r>
              <a:rPr lang="vi-VN" dirty="0">
                <a:solidFill>
                  <a:prstClr val="black"/>
                </a:solidFill>
                <a:latin typeface="Consolas"/>
              </a:rPr>
              <a:t>      {</a:t>
            </a:r>
          </a:p>
          <a:p>
            <a:r>
              <a:rPr lang="vi-VN" dirty="0">
                <a:solidFill>
                  <a:prstClr val="black"/>
                </a:solidFill>
                <a:latin typeface="Consolas"/>
              </a:rPr>
              <a:t>         subtotal = lineItem.getSubtotal();</a:t>
            </a:r>
          </a:p>
          <a:p>
            <a:r>
              <a:rPr lang="vi-VN" dirty="0">
                <a:solidFill>
                  <a:prstClr val="black"/>
                </a:solidFill>
                <a:latin typeface="Consolas"/>
              </a:rPr>
              <a:t>         total.add( subtotal );</a:t>
            </a:r>
          </a:p>
          <a:p>
            <a:r>
              <a:rPr lang="vi-VN" dirty="0">
                <a:solidFill>
                  <a:prstClr val="black"/>
                </a:solidFill>
                <a:latin typeface="Consolas"/>
              </a:rPr>
              <a:t>      }</a:t>
            </a:r>
          </a:p>
          <a:p>
            <a:r>
              <a:rPr lang="vi-VN" dirty="0">
                <a:solidFill>
                  <a:prstClr val="black"/>
                </a:solidFill>
                <a:latin typeface="Consolas"/>
              </a:rPr>
              <a:t>   </a:t>
            </a:r>
            <a:r>
              <a:rPr lang="vi-VN" dirty="0" smtClean="0">
                <a:solidFill>
                  <a:prstClr val="black"/>
                </a:solidFill>
                <a:latin typeface="Consolas"/>
              </a:rPr>
              <a:t>   </a:t>
            </a:r>
            <a:r>
              <a:rPr lang="vi-VN" dirty="0" smtClean="0">
                <a:solidFill>
                  <a:srgbClr val="0000FF"/>
                </a:solidFill>
                <a:latin typeface="Consolas"/>
              </a:rPr>
              <a:t>return</a:t>
            </a:r>
            <a:r>
              <a:rPr lang="vi-VN" dirty="0" smtClean="0">
                <a:solidFill>
                  <a:prstClr val="black"/>
                </a:solidFill>
                <a:latin typeface="Consolas"/>
              </a:rPr>
              <a:t> </a:t>
            </a:r>
            <a:r>
              <a:rPr lang="vi-VN" dirty="0">
                <a:solidFill>
                  <a:prstClr val="black"/>
                </a:solidFill>
                <a:latin typeface="Consolas"/>
              </a:rPr>
              <a:t>total;</a:t>
            </a:r>
          </a:p>
          <a:p>
            <a:r>
              <a:rPr lang="vi-VN" dirty="0">
                <a:solidFill>
                  <a:prstClr val="black"/>
                </a:solidFill>
                <a:latin typeface="Consolas"/>
              </a:rPr>
              <a:t>   </a:t>
            </a:r>
            <a:r>
              <a:rPr lang="vi-VN" dirty="0" smtClean="0">
                <a:solidFill>
                  <a:prstClr val="black"/>
                </a:solidFill>
                <a:latin typeface="Consolas"/>
              </a:rPr>
              <a:t>}</a:t>
            </a:r>
            <a:endParaRPr lang="vi-VN" dirty="0">
              <a:solidFill>
                <a:prstClr val="black"/>
              </a:solidFill>
              <a:latin typeface="Consolas"/>
            </a:endParaRPr>
          </a:p>
          <a:p>
            <a:r>
              <a:rPr lang="en-US" dirty="0">
                <a:solidFill>
                  <a:prstClr val="black"/>
                </a:solidFill>
                <a:latin typeface="Consolas"/>
              </a:rPr>
              <a:t>   </a:t>
            </a:r>
            <a:r>
              <a:rPr lang="en-US" dirty="0">
                <a:solidFill>
                  <a:srgbClr val="0000FF"/>
                </a:solidFill>
                <a:latin typeface="Consolas"/>
              </a:rPr>
              <a:t>public</a:t>
            </a:r>
            <a:r>
              <a:rPr lang="en-US" dirty="0">
                <a:solidFill>
                  <a:prstClr val="black"/>
                </a:solidFill>
                <a:latin typeface="Consolas"/>
              </a:rPr>
              <a:t> </a:t>
            </a:r>
            <a:r>
              <a:rPr lang="en-US" dirty="0">
                <a:solidFill>
                  <a:srgbClr val="0000FF"/>
                </a:solidFill>
                <a:latin typeface="Consolas"/>
              </a:rPr>
              <a:t>void</a:t>
            </a:r>
            <a:r>
              <a:rPr lang="en-US" dirty="0">
                <a:solidFill>
                  <a:prstClr val="black"/>
                </a:solidFill>
                <a:latin typeface="Consolas"/>
              </a:rPr>
              <a:t> </a:t>
            </a:r>
            <a:r>
              <a:rPr lang="en-US" dirty="0" err="1">
                <a:solidFill>
                  <a:prstClr val="black"/>
                </a:solidFill>
                <a:latin typeface="Consolas"/>
              </a:rPr>
              <a:t>makePayment</a:t>
            </a:r>
            <a:r>
              <a:rPr lang="en-US" dirty="0">
                <a:solidFill>
                  <a:prstClr val="black"/>
                </a:solidFill>
                <a:latin typeface="Consolas"/>
              </a:rPr>
              <a:t>( Money </a:t>
            </a:r>
            <a:r>
              <a:rPr lang="en-US" dirty="0" err="1">
                <a:solidFill>
                  <a:prstClr val="black"/>
                </a:solidFill>
                <a:latin typeface="Consolas"/>
              </a:rPr>
              <a:t>cashTendered</a:t>
            </a:r>
            <a:r>
              <a:rPr lang="en-US" dirty="0">
                <a:solidFill>
                  <a:prstClr val="black"/>
                </a:solidFill>
                <a:latin typeface="Consolas"/>
              </a:rPr>
              <a:t> )</a:t>
            </a:r>
          </a:p>
          <a:p>
            <a:r>
              <a:rPr lang="vi-VN" dirty="0">
                <a:solidFill>
                  <a:prstClr val="black"/>
                </a:solidFill>
                <a:latin typeface="Consolas"/>
              </a:rPr>
              <a:t>   {</a:t>
            </a:r>
          </a:p>
          <a:p>
            <a:r>
              <a:rPr lang="vi-VN" dirty="0">
                <a:solidFill>
                  <a:prstClr val="black"/>
                </a:solidFill>
                <a:latin typeface="Consolas"/>
              </a:rPr>
              <a:t>      payment = </a:t>
            </a:r>
            <a:r>
              <a:rPr lang="vi-VN" dirty="0">
                <a:solidFill>
                  <a:srgbClr val="0000FF"/>
                </a:solidFill>
                <a:latin typeface="Consolas"/>
              </a:rPr>
              <a:t>new</a:t>
            </a:r>
            <a:r>
              <a:rPr lang="vi-VN" dirty="0">
                <a:solidFill>
                  <a:prstClr val="black"/>
                </a:solidFill>
                <a:latin typeface="Consolas"/>
              </a:rPr>
              <a:t> Payment( cashTendered );</a:t>
            </a:r>
          </a:p>
          <a:p>
            <a:r>
              <a:rPr lang="vi-VN" dirty="0">
                <a:solidFill>
                  <a:prstClr val="black"/>
                </a:solidFill>
                <a:latin typeface="Consolas"/>
              </a:rPr>
              <a:t>   }</a:t>
            </a:r>
          </a:p>
          <a:p>
            <a:r>
              <a:rPr lang="vi-VN" dirty="0">
                <a:solidFill>
                  <a:prstClr val="black"/>
                </a:solidFill>
                <a:latin typeface="Consolas"/>
              </a:rPr>
              <a:t>}</a:t>
            </a:r>
          </a:p>
          <a:p>
            <a:endParaRPr lang="vi-VN" dirty="0">
              <a:solidFill>
                <a:prstClr val="black"/>
              </a:solidFill>
              <a:latin typeface="Consolas"/>
            </a:endParaRPr>
          </a:p>
        </p:txBody>
      </p:sp>
      <p:sp>
        <p:nvSpPr>
          <p:cNvPr id="5"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20</a:t>
            </a:fld>
            <a:endParaRPr lang="en-US" sz="1400" dirty="0"/>
          </a:p>
        </p:txBody>
      </p:sp>
    </p:spTree>
    <p:extLst>
      <p:ext uri="{BB962C8B-B14F-4D97-AF65-F5344CB8AC3E}">
        <p14:creationId xmlns:p14="http://schemas.microsoft.com/office/powerpoint/2010/main" val="12355858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p:cNvSpPr/>
          <p:nvPr/>
        </p:nvSpPr>
        <p:spPr>
          <a:xfrm>
            <a:off x="535389" y="13227"/>
            <a:ext cx="11521280" cy="6740307"/>
          </a:xfrm>
          <a:prstGeom prst="rect">
            <a:avLst/>
          </a:prstGeom>
        </p:spPr>
        <p:txBody>
          <a:bodyPr wrap="square">
            <a:spAutoFit/>
          </a:bodyPr>
          <a:lstStyle/>
          <a:p>
            <a:r>
              <a:rPr lang="vi-VN" sz="1600" dirty="0">
                <a:solidFill>
                  <a:srgbClr val="0000FF"/>
                </a:solidFill>
                <a:latin typeface="Consolas"/>
              </a:rPr>
              <a:t>public</a:t>
            </a:r>
            <a:r>
              <a:rPr lang="vi-VN" sz="1600" dirty="0">
                <a:solidFill>
                  <a:prstClr val="black"/>
                </a:solidFill>
                <a:latin typeface="Consolas"/>
              </a:rPr>
              <a:t> </a:t>
            </a:r>
            <a:r>
              <a:rPr lang="vi-VN" sz="1600" dirty="0">
                <a:solidFill>
                  <a:srgbClr val="0000FF"/>
                </a:solidFill>
                <a:latin typeface="Consolas"/>
              </a:rPr>
              <a:t>class</a:t>
            </a:r>
            <a:r>
              <a:rPr lang="vi-VN" sz="1600" dirty="0">
                <a:solidFill>
                  <a:prstClr val="black"/>
                </a:solidFill>
                <a:latin typeface="Consolas"/>
              </a:rPr>
              <a:t> Register</a:t>
            </a:r>
          </a:p>
          <a:p>
            <a:r>
              <a:rPr lang="vi-VN" sz="1600" dirty="0">
                <a:solidFill>
                  <a:prstClr val="black"/>
                </a:solidFill>
                <a:latin typeface="Consolas"/>
              </a:rPr>
              <a:t>{</a:t>
            </a:r>
          </a:p>
          <a:p>
            <a:r>
              <a:rPr lang="vi-VN" sz="1600" dirty="0">
                <a:solidFill>
                  <a:prstClr val="black"/>
                </a:solidFill>
                <a:latin typeface="Consolas"/>
              </a:rPr>
              <a:t>   </a:t>
            </a:r>
            <a:r>
              <a:rPr lang="vi-VN" sz="1600" dirty="0">
                <a:solidFill>
                  <a:srgbClr val="0000FF"/>
                </a:solidFill>
                <a:latin typeface="Consolas"/>
              </a:rPr>
              <a:t>private</a:t>
            </a:r>
            <a:r>
              <a:rPr lang="vi-VN" sz="1600" dirty="0">
                <a:solidFill>
                  <a:prstClr val="black"/>
                </a:solidFill>
                <a:latin typeface="Consolas"/>
              </a:rPr>
              <a:t> ProductCatalog catalog;</a:t>
            </a:r>
          </a:p>
          <a:p>
            <a:r>
              <a:rPr lang="vi-VN" sz="1600" dirty="0">
                <a:solidFill>
                  <a:prstClr val="black"/>
                </a:solidFill>
                <a:latin typeface="Consolas"/>
              </a:rPr>
              <a:t>   </a:t>
            </a:r>
            <a:r>
              <a:rPr lang="vi-VN" sz="1600" dirty="0">
                <a:solidFill>
                  <a:srgbClr val="0000FF"/>
                </a:solidFill>
                <a:latin typeface="Consolas"/>
              </a:rPr>
              <a:t>private</a:t>
            </a:r>
            <a:r>
              <a:rPr lang="vi-VN" sz="1600" dirty="0">
                <a:solidFill>
                  <a:prstClr val="black"/>
                </a:solidFill>
                <a:latin typeface="Consolas"/>
              </a:rPr>
              <a:t> Sale currentSale</a:t>
            </a:r>
            <a:r>
              <a:rPr lang="vi-VN" sz="1600" dirty="0" smtClean="0">
                <a:solidFill>
                  <a:prstClr val="black"/>
                </a:solidFill>
                <a:latin typeface="Consolas"/>
              </a:rPr>
              <a:t>;</a:t>
            </a:r>
          </a:p>
          <a:p>
            <a:endParaRPr lang="vi-VN" sz="1600" dirty="0">
              <a:solidFill>
                <a:prstClr val="black"/>
              </a:solidFill>
              <a:latin typeface="Consolas"/>
            </a:endParaRPr>
          </a:p>
          <a:p>
            <a:r>
              <a:rPr lang="vi-VN" sz="1600" dirty="0">
                <a:solidFill>
                  <a:prstClr val="black"/>
                </a:solidFill>
                <a:latin typeface="Consolas"/>
              </a:rPr>
              <a:t>   </a:t>
            </a:r>
            <a:r>
              <a:rPr lang="vi-VN" sz="1600" dirty="0">
                <a:solidFill>
                  <a:srgbClr val="0000FF"/>
                </a:solidFill>
                <a:latin typeface="Consolas"/>
              </a:rPr>
              <a:t>public</a:t>
            </a:r>
            <a:r>
              <a:rPr lang="vi-VN" sz="1600" dirty="0">
                <a:solidFill>
                  <a:prstClr val="black"/>
                </a:solidFill>
                <a:latin typeface="Consolas"/>
              </a:rPr>
              <a:t> Register( ProductCatalog catalog )</a:t>
            </a:r>
          </a:p>
          <a:p>
            <a:r>
              <a:rPr lang="vi-VN" sz="1600" dirty="0">
                <a:solidFill>
                  <a:prstClr val="black"/>
                </a:solidFill>
                <a:latin typeface="Consolas"/>
              </a:rPr>
              <a:t>   {</a:t>
            </a:r>
          </a:p>
          <a:p>
            <a:r>
              <a:rPr lang="vi-VN" sz="1600" dirty="0">
                <a:solidFill>
                  <a:prstClr val="black"/>
                </a:solidFill>
                <a:latin typeface="Consolas"/>
              </a:rPr>
              <a:t>      </a:t>
            </a:r>
            <a:r>
              <a:rPr lang="vi-VN" sz="1600" dirty="0">
                <a:solidFill>
                  <a:srgbClr val="0000FF"/>
                </a:solidFill>
                <a:latin typeface="Consolas"/>
              </a:rPr>
              <a:t>this</a:t>
            </a:r>
            <a:r>
              <a:rPr lang="vi-VN" sz="1600" dirty="0">
                <a:solidFill>
                  <a:prstClr val="black"/>
                </a:solidFill>
                <a:latin typeface="Consolas"/>
              </a:rPr>
              <a:t>.catalog = catalog;</a:t>
            </a:r>
          </a:p>
          <a:p>
            <a:r>
              <a:rPr lang="vi-VN" sz="1600" dirty="0">
                <a:solidFill>
                  <a:prstClr val="black"/>
                </a:solidFill>
                <a:latin typeface="Consolas"/>
              </a:rPr>
              <a:t>   </a:t>
            </a:r>
            <a:r>
              <a:rPr lang="vi-VN" sz="1600" dirty="0" smtClean="0">
                <a:solidFill>
                  <a:prstClr val="black"/>
                </a:solidFill>
                <a:latin typeface="Consolas"/>
              </a:rPr>
              <a:t>}</a:t>
            </a:r>
            <a:endParaRPr lang="vi-VN" sz="1600" dirty="0">
              <a:solidFill>
                <a:prstClr val="black"/>
              </a:solidFill>
              <a:latin typeface="Consolas"/>
            </a:endParaRPr>
          </a:p>
          <a:p>
            <a:r>
              <a:rPr lang="vi-VN" sz="1600" dirty="0">
                <a:solidFill>
                  <a:prstClr val="black"/>
                </a:solidFill>
                <a:latin typeface="Consolas"/>
              </a:rPr>
              <a:t>   </a:t>
            </a:r>
            <a:r>
              <a:rPr lang="vi-VN" sz="1600" dirty="0">
                <a:solidFill>
                  <a:srgbClr val="0000FF"/>
                </a:solidFill>
                <a:latin typeface="Consolas"/>
              </a:rPr>
              <a:t>public</a:t>
            </a:r>
            <a:r>
              <a:rPr lang="vi-VN" sz="1600" dirty="0">
                <a:solidFill>
                  <a:prstClr val="black"/>
                </a:solidFill>
                <a:latin typeface="Consolas"/>
              </a:rPr>
              <a:t> </a:t>
            </a:r>
            <a:r>
              <a:rPr lang="vi-VN" sz="1600" dirty="0">
                <a:solidFill>
                  <a:srgbClr val="0000FF"/>
                </a:solidFill>
                <a:latin typeface="Consolas"/>
              </a:rPr>
              <a:t>void</a:t>
            </a:r>
            <a:r>
              <a:rPr lang="vi-VN" sz="1600" dirty="0">
                <a:solidFill>
                  <a:prstClr val="black"/>
                </a:solidFill>
                <a:latin typeface="Consolas"/>
              </a:rPr>
              <a:t> endSale()</a:t>
            </a:r>
          </a:p>
          <a:p>
            <a:r>
              <a:rPr lang="vi-VN" sz="1600" dirty="0">
                <a:solidFill>
                  <a:prstClr val="black"/>
                </a:solidFill>
                <a:latin typeface="Consolas"/>
              </a:rPr>
              <a:t>   {</a:t>
            </a:r>
          </a:p>
          <a:p>
            <a:r>
              <a:rPr lang="vi-VN" sz="1600" dirty="0">
                <a:solidFill>
                  <a:prstClr val="black"/>
                </a:solidFill>
                <a:latin typeface="Consolas"/>
              </a:rPr>
              <a:t>      currentSale.becomeComplete();</a:t>
            </a:r>
          </a:p>
          <a:p>
            <a:r>
              <a:rPr lang="vi-VN" sz="1600" dirty="0">
                <a:solidFill>
                  <a:prstClr val="black"/>
                </a:solidFill>
                <a:latin typeface="Consolas"/>
              </a:rPr>
              <a:t>   </a:t>
            </a:r>
            <a:r>
              <a:rPr lang="vi-VN" sz="1600" dirty="0" smtClean="0">
                <a:solidFill>
                  <a:prstClr val="black"/>
                </a:solidFill>
                <a:latin typeface="Consolas"/>
              </a:rPr>
              <a:t>}</a:t>
            </a:r>
            <a:endParaRPr lang="vi-VN" sz="1600" dirty="0">
              <a:solidFill>
                <a:prstClr val="black"/>
              </a:solidFill>
              <a:latin typeface="Consolas"/>
            </a:endParaRPr>
          </a:p>
          <a:p>
            <a:r>
              <a:rPr lang="vi-VN" sz="1600" dirty="0">
                <a:solidFill>
                  <a:prstClr val="black"/>
                </a:solidFill>
                <a:latin typeface="Consolas"/>
              </a:rPr>
              <a:t>   </a:t>
            </a:r>
            <a:r>
              <a:rPr lang="vi-VN" sz="1600" dirty="0">
                <a:solidFill>
                  <a:srgbClr val="0000FF"/>
                </a:solidFill>
                <a:latin typeface="Consolas"/>
              </a:rPr>
              <a:t>public</a:t>
            </a:r>
            <a:r>
              <a:rPr lang="vi-VN" sz="1600" dirty="0">
                <a:solidFill>
                  <a:prstClr val="black"/>
                </a:solidFill>
                <a:latin typeface="Consolas"/>
              </a:rPr>
              <a:t> </a:t>
            </a:r>
            <a:r>
              <a:rPr lang="vi-VN" sz="1600" dirty="0">
                <a:solidFill>
                  <a:srgbClr val="0000FF"/>
                </a:solidFill>
                <a:latin typeface="Consolas"/>
              </a:rPr>
              <a:t>void</a:t>
            </a:r>
            <a:r>
              <a:rPr lang="vi-VN" sz="1600" dirty="0">
                <a:solidFill>
                  <a:prstClr val="black"/>
                </a:solidFill>
                <a:latin typeface="Consolas"/>
              </a:rPr>
              <a:t> enterItem( ItemID id, </a:t>
            </a:r>
            <a:r>
              <a:rPr lang="vi-VN" sz="1600" dirty="0">
                <a:solidFill>
                  <a:srgbClr val="0000FF"/>
                </a:solidFill>
                <a:latin typeface="Consolas"/>
              </a:rPr>
              <a:t>int</a:t>
            </a:r>
            <a:r>
              <a:rPr lang="vi-VN" sz="1600" dirty="0">
                <a:solidFill>
                  <a:prstClr val="black"/>
                </a:solidFill>
                <a:latin typeface="Consolas"/>
              </a:rPr>
              <a:t> quantity )</a:t>
            </a:r>
          </a:p>
          <a:p>
            <a:r>
              <a:rPr lang="vi-VN" sz="1600" dirty="0">
                <a:solidFill>
                  <a:prstClr val="black"/>
                </a:solidFill>
                <a:latin typeface="Consolas"/>
              </a:rPr>
              <a:t>   {</a:t>
            </a:r>
          </a:p>
          <a:p>
            <a:r>
              <a:rPr lang="vi-VN" sz="1600" dirty="0">
                <a:solidFill>
                  <a:prstClr val="black"/>
                </a:solidFill>
                <a:latin typeface="Consolas"/>
              </a:rPr>
              <a:t>      ProductDescription desc = catalog.getProductDescription( id </a:t>
            </a:r>
            <a:r>
              <a:rPr lang="vi-VN" sz="1600" dirty="0" smtClean="0">
                <a:solidFill>
                  <a:prstClr val="black"/>
                </a:solidFill>
                <a:latin typeface="Consolas"/>
              </a:rPr>
              <a:t>);</a:t>
            </a:r>
            <a:endParaRPr lang="vi-VN" sz="1600" dirty="0">
              <a:solidFill>
                <a:prstClr val="black"/>
              </a:solidFill>
              <a:latin typeface="Consolas"/>
            </a:endParaRPr>
          </a:p>
          <a:p>
            <a:r>
              <a:rPr lang="vi-VN" sz="1600" dirty="0">
                <a:solidFill>
                  <a:prstClr val="black"/>
                </a:solidFill>
                <a:latin typeface="Consolas"/>
              </a:rPr>
              <a:t>      currentSale.makeLineItem( desc, quantity );</a:t>
            </a:r>
          </a:p>
          <a:p>
            <a:r>
              <a:rPr lang="vi-VN" sz="1600" dirty="0">
                <a:solidFill>
                  <a:prstClr val="black"/>
                </a:solidFill>
                <a:latin typeface="Consolas"/>
              </a:rPr>
              <a:t>   </a:t>
            </a:r>
            <a:r>
              <a:rPr lang="vi-VN" sz="1600" dirty="0" smtClean="0">
                <a:solidFill>
                  <a:prstClr val="black"/>
                </a:solidFill>
                <a:latin typeface="Consolas"/>
              </a:rPr>
              <a:t>}</a:t>
            </a:r>
            <a:endParaRPr lang="vi-VN" sz="1600" dirty="0">
              <a:solidFill>
                <a:prstClr val="black"/>
              </a:solidFill>
              <a:latin typeface="Consolas"/>
            </a:endParaRPr>
          </a:p>
          <a:p>
            <a:r>
              <a:rPr lang="vi-VN" sz="1600" dirty="0">
                <a:solidFill>
                  <a:prstClr val="black"/>
                </a:solidFill>
                <a:latin typeface="Consolas"/>
              </a:rPr>
              <a:t>   </a:t>
            </a:r>
            <a:r>
              <a:rPr lang="vi-VN" sz="1600" dirty="0">
                <a:solidFill>
                  <a:srgbClr val="0000FF"/>
                </a:solidFill>
                <a:latin typeface="Consolas"/>
              </a:rPr>
              <a:t>public</a:t>
            </a:r>
            <a:r>
              <a:rPr lang="vi-VN" sz="1600" dirty="0">
                <a:solidFill>
                  <a:prstClr val="black"/>
                </a:solidFill>
                <a:latin typeface="Consolas"/>
              </a:rPr>
              <a:t> </a:t>
            </a:r>
            <a:r>
              <a:rPr lang="vi-VN" sz="1600" dirty="0">
                <a:solidFill>
                  <a:srgbClr val="0000FF"/>
                </a:solidFill>
                <a:latin typeface="Consolas"/>
              </a:rPr>
              <a:t>void</a:t>
            </a:r>
            <a:r>
              <a:rPr lang="vi-VN" sz="1600" dirty="0">
                <a:solidFill>
                  <a:prstClr val="black"/>
                </a:solidFill>
                <a:latin typeface="Consolas"/>
              </a:rPr>
              <a:t> makeNewSale()</a:t>
            </a:r>
          </a:p>
          <a:p>
            <a:r>
              <a:rPr lang="vi-VN" sz="1600" dirty="0">
                <a:solidFill>
                  <a:prstClr val="black"/>
                </a:solidFill>
                <a:latin typeface="Consolas"/>
              </a:rPr>
              <a:t>   {</a:t>
            </a:r>
          </a:p>
          <a:p>
            <a:r>
              <a:rPr lang="vi-VN" sz="1600" dirty="0">
                <a:solidFill>
                  <a:prstClr val="black"/>
                </a:solidFill>
                <a:latin typeface="Consolas"/>
              </a:rPr>
              <a:t>      currentSale = </a:t>
            </a:r>
            <a:r>
              <a:rPr lang="vi-VN" sz="1600" dirty="0">
                <a:solidFill>
                  <a:srgbClr val="0000FF"/>
                </a:solidFill>
                <a:latin typeface="Consolas"/>
              </a:rPr>
              <a:t>new</a:t>
            </a:r>
            <a:r>
              <a:rPr lang="vi-VN" sz="1600" dirty="0">
                <a:solidFill>
                  <a:prstClr val="black"/>
                </a:solidFill>
                <a:latin typeface="Consolas"/>
              </a:rPr>
              <a:t> Sale();</a:t>
            </a:r>
          </a:p>
          <a:p>
            <a:r>
              <a:rPr lang="vi-VN" sz="1600" dirty="0">
                <a:solidFill>
                  <a:prstClr val="black"/>
                </a:solidFill>
                <a:latin typeface="Consolas"/>
              </a:rPr>
              <a:t>   </a:t>
            </a:r>
            <a:r>
              <a:rPr lang="vi-VN" sz="1600" dirty="0" smtClean="0">
                <a:solidFill>
                  <a:prstClr val="black"/>
                </a:solidFill>
                <a:latin typeface="Consolas"/>
              </a:rPr>
              <a:t>}</a:t>
            </a:r>
            <a:endParaRPr lang="vi-VN" sz="1600" dirty="0">
              <a:solidFill>
                <a:prstClr val="black"/>
              </a:solidFill>
              <a:latin typeface="Consolas"/>
            </a:endParaRPr>
          </a:p>
          <a:p>
            <a:r>
              <a:rPr lang="en-US" sz="1600" dirty="0">
                <a:solidFill>
                  <a:prstClr val="black"/>
                </a:solidFill>
                <a:latin typeface="Consolas"/>
              </a:rPr>
              <a:t>   </a:t>
            </a:r>
            <a:r>
              <a:rPr lang="en-US" sz="1600" dirty="0">
                <a:solidFill>
                  <a:srgbClr val="0000FF"/>
                </a:solidFill>
                <a:latin typeface="Consolas"/>
              </a:rPr>
              <a:t>public</a:t>
            </a:r>
            <a:r>
              <a:rPr lang="en-US" sz="1600" dirty="0">
                <a:solidFill>
                  <a:prstClr val="black"/>
                </a:solidFill>
                <a:latin typeface="Consolas"/>
              </a:rPr>
              <a:t> </a:t>
            </a:r>
            <a:r>
              <a:rPr lang="en-US" sz="1600" dirty="0">
                <a:solidFill>
                  <a:srgbClr val="0000FF"/>
                </a:solidFill>
                <a:latin typeface="Consolas"/>
              </a:rPr>
              <a:t>void</a:t>
            </a:r>
            <a:r>
              <a:rPr lang="en-US" sz="1600" dirty="0">
                <a:solidFill>
                  <a:prstClr val="black"/>
                </a:solidFill>
                <a:latin typeface="Consolas"/>
              </a:rPr>
              <a:t> </a:t>
            </a:r>
            <a:r>
              <a:rPr lang="en-US" sz="1600" dirty="0" err="1">
                <a:solidFill>
                  <a:prstClr val="black"/>
                </a:solidFill>
                <a:latin typeface="Consolas"/>
              </a:rPr>
              <a:t>makePayment</a:t>
            </a:r>
            <a:r>
              <a:rPr lang="en-US" sz="1600" dirty="0">
                <a:solidFill>
                  <a:prstClr val="black"/>
                </a:solidFill>
                <a:latin typeface="Consolas"/>
              </a:rPr>
              <a:t>( Money </a:t>
            </a:r>
            <a:r>
              <a:rPr lang="en-US" sz="1600" dirty="0" err="1">
                <a:solidFill>
                  <a:prstClr val="black"/>
                </a:solidFill>
                <a:latin typeface="Consolas"/>
              </a:rPr>
              <a:t>cashTendered</a:t>
            </a:r>
            <a:r>
              <a:rPr lang="en-US" sz="1600" dirty="0">
                <a:solidFill>
                  <a:prstClr val="black"/>
                </a:solidFill>
                <a:latin typeface="Consolas"/>
              </a:rPr>
              <a:t> )</a:t>
            </a:r>
          </a:p>
          <a:p>
            <a:r>
              <a:rPr lang="vi-VN" sz="1600" dirty="0">
                <a:solidFill>
                  <a:prstClr val="black"/>
                </a:solidFill>
                <a:latin typeface="Consolas"/>
              </a:rPr>
              <a:t>   {</a:t>
            </a:r>
          </a:p>
          <a:p>
            <a:r>
              <a:rPr lang="vi-VN" sz="1600" dirty="0">
                <a:solidFill>
                  <a:prstClr val="black"/>
                </a:solidFill>
                <a:latin typeface="Consolas"/>
              </a:rPr>
              <a:t>      currentSale.makePayment( cashTendered );</a:t>
            </a:r>
          </a:p>
          <a:p>
            <a:r>
              <a:rPr lang="vi-VN" sz="1600" dirty="0">
                <a:solidFill>
                  <a:prstClr val="black"/>
                </a:solidFill>
                <a:latin typeface="Consolas"/>
              </a:rPr>
              <a:t>   </a:t>
            </a:r>
            <a:r>
              <a:rPr lang="vi-VN" sz="1600" dirty="0" smtClean="0">
                <a:solidFill>
                  <a:prstClr val="black"/>
                </a:solidFill>
                <a:latin typeface="Consolas"/>
              </a:rPr>
              <a:t>}</a:t>
            </a:r>
            <a:endParaRPr lang="vi-VN" sz="1600" dirty="0">
              <a:solidFill>
                <a:prstClr val="black"/>
              </a:solidFill>
              <a:latin typeface="Consolas"/>
            </a:endParaRPr>
          </a:p>
          <a:p>
            <a:r>
              <a:rPr lang="vi-VN" sz="1600" dirty="0">
                <a:solidFill>
                  <a:prstClr val="black"/>
                </a:solidFill>
                <a:latin typeface="Consolas"/>
              </a:rPr>
              <a:t>}</a:t>
            </a: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0" y="141761"/>
            <a:ext cx="5484418" cy="3432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title"/>
          </p:nvPr>
        </p:nvSpPr>
        <p:spPr>
          <a:xfrm>
            <a:off x="4972050" y="13227"/>
            <a:ext cx="5329239" cy="879837"/>
          </a:xfrm>
        </p:spPr>
        <p:txBody>
          <a:bodyPr/>
          <a:lstStyle/>
          <a:p>
            <a:r>
              <a:rPr lang="en-US" dirty="0">
                <a:solidFill>
                  <a:prstClr val="black"/>
                </a:solidFill>
                <a:latin typeface="Consolas"/>
              </a:rPr>
              <a:t>Class </a:t>
            </a:r>
            <a:r>
              <a:rPr lang="vi-VN" dirty="0">
                <a:solidFill>
                  <a:prstClr val="black"/>
                </a:solidFill>
                <a:latin typeface="Consolas"/>
              </a:rPr>
              <a:t>Register </a:t>
            </a:r>
            <a:endParaRPr lang="vi-VN" dirty="0"/>
          </a:p>
        </p:txBody>
      </p:sp>
      <p:sp>
        <p:nvSpPr>
          <p:cNvPr id="5"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21</a:t>
            </a:fld>
            <a:endParaRPr lang="en-US" sz="1400" dirty="0"/>
          </a:p>
        </p:txBody>
      </p:sp>
    </p:spTree>
    <p:extLst>
      <p:ext uri="{BB962C8B-B14F-4D97-AF65-F5344CB8AC3E}">
        <p14:creationId xmlns:p14="http://schemas.microsoft.com/office/powerpoint/2010/main" val="77501761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olidFill>
                  <a:prstClr val="black"/>
                </a:solidFill>
                <a:latin typeface="Consolas"/>
              </a:rPr>
              <a:t>Class </a:t>
            </a:r>
            <a:r>
              <a:rPr lang="vi-VN" smtClean="0">
                <a:solidFill>
                  <a:prstClr val="black"/>
                </a:solidFill>
                <a:latin typeface="Consolas"/>
              </a:rPr>
              <a:t>Store</a:t>
            </a:r>
            <a:endParaRPr lang="vi-VN" dirty="0"/>
          </a:p>
        </p:txBody>
      </p:sp>
      <p:sp>
        <p:nvSpPr>
          <p:cNvPr id="6" name="Rectangle 5"/>
          <p:cNvSpPr/>
          <p:nvPr/>
        </p:nvSpPr>
        <p:spPr>
          <a:xfrm>
            <a:off x="670257" y="4255356"/>
            <a:ext cx="10273141" cy="2031325"/>
          </a:xfrm>
          <a:prstGeom prst="rect">
            <a:avLst/>
          </a:prstGeom>
        </p:spPr>
        <p:txBody>
          <a:bodyPr wrap="square">
            <a:spAutoFit/>
          </a:bodyPr>
          <a:lstStyle/>
          <a:p>
            <a:r>
              <a:rPr lang="vi-VN" dirty="0">
                <a:solidFill>
                  <a:srgbClr val="0000FF"/>
                </a:solidFill>
                <a:latin typeface="Consolas"/>
              </a:rPr>
              <a:t>public</a:t>
            </a:r>
            <a:r>
              <a:rPr lang="vi-VN" dirty="0">
                <a:solidFill>
                  <a:prstClr val="black"/>
                </a:solidFill>
                <a:latin typeface="Consolas"/>
              </a:rPr>
              <a:t> </a:t>
            </a:r>
            <a:r>
              <a:rPr lang="vi-VN" dirty="0">
                <a:solidFill>
                  <a:srgbClr val="0000FF"/>
                </a:solidFill>
                <a:latin typeface="Consolas"/>
              </a:rPr>
              <a:t>class</a:t>
            </a:r>
            <a:r>
              <a:rPr lang="vi-VN" dirty="0">
                <a:solidFill>
                  <a:prstClr val="black"/>
                </a:solidFill>
                <a:latin typeface="Consolas"/>
              </a:rPr>
              <a:t> Store</a:t>
            </a:r>
          </a:p>
          <a:p>
            <a:r>
              <a:rPr lang="vi-VN" dirty="0">
                <a:solidFill>
                  <a:prstClr val="black"/>
                </a:solidFill>
                <a:latin typeface="Consolas"/>
              </a:rPr>
              <a:t>{</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ProductCatalog catalog = </a:t>
            </a:r>
            <a:r>
              <a:rPr lang="vi-VN" dirty="0">
                <a:solidFill>
                  <a:srgbClr val="0000FF"/>
                </a:solidFill>
                <a:latin typeface="Consolas"/>
              </a:rPr>
              <a:t>new</a:t>
            </a:r>
            <a:r>
              <a:rPr lang="vi-VN" dirty="0">
                <a:solidFill>
                  <a:prstClr val="black"/>
                </a:solidFill>
                <a:latin typeface="Consolas"/>
              </a:rPr>
              <a:t> ProductCatalog();</a:t>
            </a:r>
          </a:p>
          <a:p>
            <a:r>
              <a:rPr lang="vi-VN" dirty="0">
                <a:solidFill>
                  <a:prstClr val="black"/>
                </a:solidFill>
                <a:latin typeface="Consolas"/>
              </a:rPr>
              <a:t>   </a:t>
            </a:r>
            <a:r>
              <a:rPr lang="vi-VN" dirty="0">
                <a:solidFill>
                  <a:srgbClr val="0000FF"/>
                </a:solidFill>
                <a:latin typeface="Consolas"/>
              </a:rPr>
              <a:t>private</a:t>
            </a:r>
            <a:r>
              <a:rPr lang="vi-VN" dirty="0">
                <a:solidFill>
                  <a:prstClr val="black"/>
                </a:solidFill>
                <a:latin typeface="Consolas"/>
              </a:rPr>
              <a:t> Register </a:t>
            </a:r>
            <a:r>
              <a:rPr lang="vi-VN" dirty="0">
                <a:latin typeface="Consolas"/>
              </a:rPr>
              <a:t>register</a:t>
            </a:r>
            <a:r>
              <a:rPr lang="vi-VN" dirty="0">
                <a:solidFill>
                  <a:prstClr val="black"/>
                </a:solidFill>
                <a:latin typeface="Consolas"/>
              </a:rPr>
              <a:t> = </a:t>
            </a:r>
            <a:r>
              <a:rPr lang="vi-VN" dirty="0">
                <a:solidFill>
                  <a:srgbClr val="0000FF"/>
                </a:solidFill>
                <a:latin typeface="Consolas"/>
              </a:rPr>
              <a:t>new</a:t>
            </a:r>
            <a:r>
              <a:rPr lang="vi-VN" dirty="0">
                <a:solidFill>
                  <a:prstClr val="black"/>
                </a:solidFill>
                <a:latin typeface="Consolas"/>
              </a:rPr>
              <a:t> </a:t>
            </a:r>
            <a:r>
              <a:rPr lang="vi-VN" dirty="0" smtClean="0">
                <a:solidFill>
                  <a:prstClr val="black"/>
                </a:solidFill>
                <a:latin typeface="Consolas"/>
              </a:rPr>
              <a:t>Register(catalog);</a:t>
            </a:r>
            <a:endParaRPr lang="vi-VN" dirty="0">
              <a:solidFill>
                <a:prstClr val="black"/>
              </a:solidFill>
              <a:latin typeface="Consolas"/>
            </a:endParaRPr>
          </a:p>
          <a:p>
            <a:endParaRPr lang="vi-VN" dirty="0">
              <a:solidFill>
                <a:prstClr val="black"/>
              </a:solidFill>
              <a:latin typeface="Consolas"/>
            </a:endParaRPr>
          </a:p>
          <a:p>
            <a:r>
              <a:rPr lang="vi-VN" dirty="0">
                <a:solidFill>
                  <a:prstClr val="black"/>
                </a:solidFill>
                <a:latin typeface="Consolas"/>
              </a:rPr>
              <a:t>   </a:t>
            </a:r>
            <a:r>
              <a:rPr lang="vi-VN" dirty="0">
                <a:solidFill>
                  <a:srgbClr val="0000FF"/>
                </a:solidFill>
                <a:latin typeface="Consolas"/>
              </a:rPr>
              <a:t>public</a:t>
            </a:r>
            <a:r>
              <a:rPr lang="vi-VN" dirty="0">
                <a:solidFill>
                  <a:prstClr val="black"/>
                </a:solidFill>
                <a:latin typeface="Consolas"/>
              </a:rPr>
              <a:t> Register getRegister() { </a:t>
            </a:r>
            <a:r>
              <a:rPr lang="vi-VN" dirty="0">
                <a:solidFill>
                  <a:srgbClr val="0000FF"/>
                </a:solidFill>
                <a:latin typeface="Consolas"/>
              </a:rPr>
              <a:t>return</a:t>
            </a:r>
            <a:r>
              <a:rPr lang="vi-VN" dirty="0">
                <a:solidFill>
                  <a:prstClr val="black"/>
                </a:solidFill>
                <a:latin typeface="Consolas"/>
              </a:rPr>
              <a:t> </a:t>
            </a:r>
            <a:r>
              <a:rPr lang="vi-VN" dirty="0">
                <a:latin typeface="Consolas"/>
              </a:rPr>
              <a:t>register</a:t>
            </a:r>
            <a:r>
              <a:rPr lang="vi-VN" dirty="0">
                <a:solidFill>
                  <a:prstClr val="black"/>
                </a:solidFill>
                <a:latin typeface="Consolas"/>
              </a:rPr>
              <a:t>; }</a:t>
            </a:r>
          </a:p>
          <a:p>
            <a:r>
              <a:rPr lang="vi-VN" dirty="0">
                <a:solidFill>
                  <a:prstClr val="black"/>
                </a:solidFill>
                <a:latin typeface="Consolas"/>
              </a:rPr>
              <a:t>}</a:t>
            </a:r>
          </a:p>
        </p:txBody>
      </p:sp>
      <p:sp>
        <p:nvSpPr>
          <p:cNvPr id="5" name="Slide Number Placeholder 3"/>
          <p:cNvSpPr>
            <a:spLocks noGrp="1"/>
          </p:cNvSpPr>
          <p:nvPr>
            <p:ph type="sldNum" sz="quarter" idx="4294967295"/>
          </p:nvPr>
        </p:nvSpPr>
        <p:spPr>
          <a:xfrm>
            <a:off x="11205274" y="6215063"/>
            <a:ext cx="779462" cy="365125"/>
          </a:xfrm>
        </p:spPr>
        <p:txBody>
          <a:bodyPr/>
          <a:lstStyle/>
          <a:p>
            <a:fld id="{16845AD9-D1F4-4EC2-844C-79E58D9B0E6B}" type="slidenum">
              <a:rPr lang="en-US" sz="1400" smtClean="0"/>
              <a:pPr/>
              <a:t>22</a:t>
            </a:fld>
            <a:endParaRPr lang="en-US" sz="1400" dirty="0"/>
          </a:p>
        </p:txBody>
      </p:sp>
      <p:pic>
        <p:nvPicPr>
          <p:cNvPr id="3" name="Picture 2"/>
          <p:cNvPicPr>
            <a:picLocks noChangeAspect="1"/>
          </p:cNvPicPr>
          <p:nvPr/>
        </p:nvPicPr>
        <p:blipFill>
          <a:blip r:embed="rId2"/>
          <a:stretch>
            <a:fillRect/>
          </a:stretch>
        </p:blipFill>
        <p:spPr>
          <a:xfrm>
            <a:off x="6028498" y="0"/>
            <a:ext cx="5202250" cy="4557010"/>
          </a:xfrm>
          <a:prstGeom prst="rect">
            <a:avLst/>
          </a:prstGeom>
        </p:spPr>
      </p:pic>
    </p:spTree>
    <p:extLst>
      <p:ext uri="{BB962C8B-B14F-4D97-AF65-F5344CB8AC3E}">
        <p14:creationId xmlns:p14="http://schemas.microsoft.com/office/powerpoint/2010/main" val="16566339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p:txBody>
          <a:bodyPr/>
          <a:lstStyle/>
          <a:p>
            <a:fld id="{16845AD9-D1F4-4EC2-844C-79E58D9B0E6B}" type="slidenum">
              <a:rPr lang="en-US" sz="1400" smtClean="0"/>
              <a:pPr/>
              <a:t>23</a:t>
            </a:fld>
            <a:endParaRPr lang="en-US" sz="14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67814" y="1264920"/>
            <a:ext cx="5564217" cy="3825399"/>
          </a:xfrm>
        </p:spPr>
      </p:pic>
    </p:spTree>
    <p:extLst>
      <p:ext uri="{BB962C8B-B14F-4D97-AF65-F5344CB8AC3E}">
        <p14:creationId xmlns:p14="http://schemas.microsoft.com/office/powerpoint/2010/main" val="387810440"/>
      </p:ext>
    </p:extLst>
  </p:cSld>
  <p:clrMapOvr>
    <a:masterClrMapping/>
  </p:clrMapOvr>
  <p:timing>
    <p:tnLst>
      <p:par>
        <p:cTn id="1" dur="indefinite" restart="never" nodeType="tmRoot"/>
      </p:par>
    </p:tnLst>
  </p:timing>
</p:sld>
</file>

<file path=ppt/theme/theme1.xml><?xml version="1.0" encoding="utf-8"?>
<a:theme xmlns:a="http://schemas.openxmlformats.org/drawingml/2006/main" name="Whisp">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Whisp">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h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h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Whisp</Template>
  <TotalTime>3237</TotalTime>
  <Words>1320</Words>
  <Application>Microsoft Office PowerPoint</Application>
  <PresentationFormat>Widescreen</PresentationFormat>
  <Paragraphs>254</Paragraphs>
  <Slides>23</Slides>
  <Notes>7</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34" baseType="lpstr">
      <vt:lpstr>Arial</vt:lpstr>
      <vt:lpstr>Calibri</vt:lpstr>
      <vt:lpstr>Century Gothic</vt:lpstr>
      <vt:lpstr>Consolas</vt:lpstr>
      <vt:lpstr>Times New Roman</vt:lpstr>
      <vt:lpstr>Trebuchet MS</vt:lpstr>
      <vt:lpstr>Verdana</vt:lpstr>
      <vt:lpstr>Wingdings</vt:lpstr>
      <vt:lpstr>Wingdings 3</vt:lpstr>
      <vt:lpstr>Whisp</vt:lpstr>
      <vt:lpstr>Visio</vt:lpstr>
      <vt:lpstr>Object Oriented Analysis and Design Mapping Designs to Code</vt:lpstr>
      <vt:lpstr>Summary of creating a DCD?</vt:lpstr>
      <vt:lpstr>Mapping Designs to Code</vt:lpstr>
      <vt:lpstr>Creating Class Definitions from DCDs</vt:lpstr>
      <vt:lpstr>Register class</vt:lpstr>
      <vt:lpstr>Creating Methods from Interaction Diagrams</vt:lpstr>
      <vt:lpstr>Adding a collection</vt:lpstr>
      <vt:lpstr>Sale.makeLineItem method</vt:lpstr>
      <vt:lpstr>Bài tập tại lớp</vt:lpstr>
      <vt:lpstr>Order of Implementation</vt:lpstr>
      <vt:lpstr>Summary of Mapping Designs to Code</vt:lpstr>
      <vt:lpstr>Changes during implementation</vt:lpstr>
      <vt:lpstr>Introduction to the NextGen POS Program Solution</vt:lpstr>
      <vt:lpstr>Class Payment</vt:lpstr>
      <vt:lpstr>Class ProductDescription</vt:lpstr>
      <vt:lpstr>Class ProductCatalog</vt:lpstr>
      <vt:lpstr>Class SalesLineItem</vt:lpstr>
      <vt:lpstr>Class Sale</vt:lpstr>
      <vt:lpstr>Class Sale</vt:lpstr>
      <vt:lpstr>Class Sale</vt:lpstr>
      <vt:lpstr>Class Register </vt:lpstr>
      <vt:lpstr>Class Store</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Nguyễn Thị Thanh</dc:creator>
  <cp:lastModifiedBy>Nguyen Thi Thanh</cp:lastModifiedBy>
  <cp:revision>239</cp:revision>
  <dcterms:created xsi:type="dcterms:W3CDTF">2012-08-17T11:15:49Z</dcterms:created>
  <dcterms:modified xsi:type="dcterms:W3CDTF">2015-05-28T04:23:22Z</dcterms:modified>
</cp:coreProperties>
</file>