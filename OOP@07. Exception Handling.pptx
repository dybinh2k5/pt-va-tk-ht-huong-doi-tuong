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3"/>
  </p:notesMasterIdLst>
  <p:handoutMasterIdLst>
    <p:handoutMasterId r:id="rId24"/>
  </p:handoutMasterIdLst>
  <p:sldIdLst>
    <p:sldId id="256" r:id="rId2"/>
    <p:sldId id="313" r:id="rId3"/>
    <p:sldId id="335" r:id="rId4"/>
    <p:sldId id="337" r:id="rId5"/>
    <p:sldId id="339" r:id="rId6"/>
    <p:sldId id="338" r:id="rId7"/>
    <p:sldId id="340" r:id="rId8"/>
    <p:sldId id="344" r:id="rId9"/>
    <p:sldId id="341" r:id="rId10"/>
    <p:sldId id="342" r:id="rId11"/>
    <p:sldId id="343" r:id="rId12"/>
    <p:sldId id="356" r:id="rId13"/>
    <p:sldId id="345" r:id="rId14"/>
    <p:sldId id="346" r:id="rId15"/>
    <p:sldId id="347" r:id="rId16"/>
    <p:sldId id="348" r:id="rId17"/>
    <p:sldId id="352" r:id="rId18"/>
    <p:sldId id="353" r:id="rId19"/>
    <p:sldId id="354" r:id="rId20"/>
    <p:sldId id="355" r:id="rId21"/>
    <p:sldId id="334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7" autoAdjust="0"/>
    <p:restoredTop sz="94364" autoAdjust="0"/>
  </p:normalViewPr>
  <p:slideViewPr>
    <p:cSldViewPr snapToGrid="0" snapToObjects="1">
      <p:cViewPr varScale="1">
        <p:scale>
          <a:sx n="86" d="100"/>
          <a:sy n="86" d="100"/>
        </p:scale>
        <p:origin x="132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EFBAB-7A37-EE48-8088-91AC3A2C1DD8}" type="datetimeFigureOut">
              <a:rPr lang="en-US" smtClean="0"/>
              <a:t>07/06/2023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0CEA5-87CA-7E4B-8849-4C1234A31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379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38815-8547-C845-9F8D-99C41D175B6C}" type="datetimeFigureOut">
              <a:rPr lang="en-US" smtClean="0"/>
              <a:t>07/06/2023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C9BCA-D5E6-2B44-BFD6-282E38A33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212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Gián</a:t>
            </a:r>
            <a:r>
              <a:rPr lang="en-US" baseline="0" dirty="0"/>
              <a:t> </a:t>
            </a:r>
            <a:r>
              <a:rPr lang="en-US" baseline="0" dirty="0" err="1"/>
              <a:t>đoạn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5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32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32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use a </a:t>
            </a:r>
            <a:r>
              <a:rPr lang="en-US" dirty="0"/>
              <a:t>finally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block to ensure that a resource is closed regardless of whether the </a:t>
            </a:r>
            <a:r>
              <a:rPr lang="en-US" dirty="0"/>
              <a:t>try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statement completes normally or abruptly. The following example uses a </a:t>
            </a:r>
            <a:r>
              <a:rPr lang="en-US" dirty="0"/>
              <a:t>finally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block instead of a </a:t>
            </a:r>
            <a:r>
              <a:rPr lang="en-US" dirty="0"/>
              <a:t>try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-with-resources statement: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07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C9BCA-D5E6-2B44-BFD6-282E38A3309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08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ppt (10x7.5)in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94165"/>
            <a:ext cx="7772400" cy="1470025"/>
          </a:xfrm>
          <a:ln>
            <a:noFill/>
          </a:ln>
        </p:spPr>
        <p:txBody>
          <a:bodyPr/>
          <a:lstStyle>
            <a:lvl1pPr>
              <a:defRPr b="1" i="0">
                <a:solidFill>
                  <a:srgbClr val="00449E"/>
                </a:solidFill>
                <a:latin typeface="Myriad Pro"/>
                <a:cs typeface="Myriad Pro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8000"/>
            <a:ext cx="6400800" cy="1752600"/>
          </a:xfrm>
          <a:ln>
            <a:noFill/>
          </a:ln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  <a:latin typeface="Myriad Pro"/>
                <a:cs typeface="Myriad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yriad Pro"/>
                <a:cs typeface="Myriad Pro"/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782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400" y="138223"/>
            <a:ext cx="6883400" cy="1127051"/>
          </a:xfrm>
        </p:spPr>
        <p:txBody>
          <a:bodyPr/>
          <a:lstStyle>
            <a:lvl1pPr>
              <a:defRPr b="1">
                <a:solidFill>
                  <a:srgbClr val="00449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7926"/>
            <a:ext cx="8229600" cy="4648237"/>
          </a:xfrm>
        </p:spPr>
        <p:txBody>
          <a:bodyPr/>
          <a:lstStyle>
            <a:lvl1pPr>
              <a:defRPr>
                <a:latin typeface="Myriad Pro"/>
                <a:cs typeface="Myriad Pro"/>
              </a:defRPr>
            </a:lvl1pPr>
            <a:lvl2pPr>
              <a:defRPr>
                <a:latin typeface="Myriad Pro"/>
                <a:cs typeface="Myriad Pro"/>
              </a:defRPr>
            </a:lvl2pPr>
            <a:lvl3pPr>
              <a:defRPr>
                <a:latin typeface="Myriad Pro"/>
                <a:cs typeface="Myriad Pro"/>
              </a:defRPr>
            </a:lvl3pPr>
            <a:lvl4pPr>
              <a:defRPr>
                <a:latin typeface="Myriad Pro"/>
                <a:cs typeface="Myriad Pro"/>
              </a:defRPr>
            </a:lvl4pPr>
            <a:lvl5pPr>
              <a:defRPr>
                <a:latin typeface="Myriad Pro"/>
                <a:cs typeface="Myriad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56130" y="6607175"/>
            <a:ext cx="464110" cy="250825"/>
          </a:xfr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18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BE1888ED-BA33-BE40-BF29-F50D5175FC1E}" type="datetime1">
              <a:rPr lang="en-US" smtClean="0"/>
              <a:t>07/06/2023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62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F119C21-0AE2-BC4D-843C-BE82E03062E5}" type="datetime1">
              <a:rPr lang="en-US" smtClean="0"/>
              <a:t>07/06/2023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8431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E150FC7B-5044-DE40-9EF1-4B21023D85EE}" type="datetime1">
              <a:rPr lang="en-US" smtClean="0"/>
              <a:t>07/06/2023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66545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F5AC67D2-079C-6745-A936-43BC6E106AD5}" type="datetime1">
              <a:rPr lang="en-US" smtClean="0"/>
              <a:t>07/06/2023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847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79DD40BE-C346-4746-AF7E-3493C08330BD}" type="datetime1">
              <a:rPr lang="en-US" smtClean="0"/>
              <a:t>07/06/2023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52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DD83A1EC-0728-0C41-ABCE-875DE802A9AF}" type="datetime1">
              <a:rPr lang="en-US" smtClean="0"/>
              <a:t>07/06/2023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6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D741E869-144A-2342-8662-45B9046CCDA7}" type="datetime1">
              <a:rPr lang="en-US" smtClean="0"/>
              <a:t>07/06/2023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i="0" dirty="0" err="1"/>
              <a:t>Sống</a:t>
            </a:r>
            <a:r>
              <a:rPr lang="en-US" i="0" dirty="0"/>
              <a:t> </a:t>
            </a:r>
            <a:r>
              <a:rPr lang="en-US" i="0" dirty="0" err="1"/>
              <a:t>tử</a:t>
            </a:r>
            <a:r>
              <a:rPr lang="en-US" i="0" dirty="0"/>
              <a:t> </a:t>
            </a:r>
            <a:r>
              <a:rPr lang="en-US" i="0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</p:spTree>
    <p:extLst>
      <p:ext uri="{BB962C8B-B14F-4D97-AF65-F5344CB8AC3E}">
        <p14:creationId xmlns:p14="http://schemas.microsoft.com/office/powerpoint/2010/main" val="205422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773B61A7-E2FC-4841-8D50-D99D90597A6B}" type="datetime1">
              <a:rPr lang="en-US" smtClean="0"/>
              <a:t>07/06/2023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73520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16FE0F7-F64C-4E48-A724-F85AC4A61B60}" type="datetime1">
              <a:rPr lang="en-US" smtClean="0"/>
              <a:t>07/06/2023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5804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4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03400" y="274638"/>
            <a:ext cx="6883400" cy="1143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6910" y="6607175"/>
            <a:ext cx="464110" cy="2508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pPr algn="ctr"/>
            <a:fld id="{F0C94032-CD4C-4C25-B0C2-CEC720522D92}" type="slidenum">
              <a:rPr lang="en-US" smtClean="0"/>
              <a:pPr algn="ctr"/>
              <a:t>‹#›</a:t>
            </a:fld>
            <a:endParaRPr lang="en-US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04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5">
              <a:lumMod val="75000"/>
            </a:schemeClr>
          </a:solidFill>
          <a:latin typeface="Myriad Pro"/>
          <a:ea typeface="+mj-ea"/>
          <a:cs typeface="Myriad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yriad Pro"/>
          <a:ea typeface="+mn-ea"/>
          <a:cs typeface="Myriad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yriad Pro"/>
          <a:ea typeface="+mn-ea"/>
          <a:cs typeface="Myriad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yriad Pro"/>
          <a:ea typeface="+mn-ea"/>
          <a:cs typeface="Myriad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yriad Pro"/>
          <a:ea typeface="+mn-ea"/>
          <a:cs typeface="Myriad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yriad Pro"/>
          <a:ea typeface="+mn-ea"/>
          <a:cs typeface="Myriad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essential/exceptions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Object-Oriented Programming</a:t>
            </a:r>
            <a:r>
              <a:rPr lang="en-US" dirty="0"/>
              <a:t> Using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8000"/>
            <a:ext cx="6400800" cy="1752600"/>
          </a:xfrm>
        </p:spPr>
        <p:txBody>
          <a:bodyPr>
            <a:normAutofit/>
          </a:bodyPr>
          <a:lstStyle/>
          <a:p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1852152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an Exception</a:t>
            </a:r>
          </a:p>
          <a:p>
            <a:r>
              <a:rPr lang="en-US" dirty="0"/>
              <a:t>Handling Exception by the try…catch…finally block</a:t>
            </a:r>
          </a:p>
          <a:p>
            <a:r>
              <a:rPr lang="en-US" dirty="0"/>
              <a:t>How to throw exceptions</a:t>
            </a:r>
          </a:p>
          <a:p>
            <a:r>
              <a:rPr lang="en-US" dirty="0"/>
              <a:t>Checked and Unchecked exceptions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References: </a:t>
            </a:r>
            <a:r>
              <a:rPr lang="en-US" dirty="0">
                <a:hlinkClick r:id="rId2"/>
              </a:rPr>
              <a:t>https://docs.oracle.com/javase/tutorial/essential/exceptions/index.html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2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47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an Exception?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 </a:t>
            </a:r>
            <a:r>
              <a:rPr lang="en-US" i="1" dirty="0"/>
              <a:t>exception</a:t>
            </a:r>
            <a:r>
              <a:rPr lang="en-US" dirty="0"/>
              <a:t> is an event, which occurs during the execution of a program, that disrupts the normal flow of the program's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3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899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4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1" y="1971674"/>
            <a:ext cx="8944996" cy="345166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044964" y="4335516"/>
            <a:ext cx="1135117" cy="53602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28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5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63" y="1527448"/>
            <a:ext cx="8613392" cy="479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068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Handling Exception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6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9" y="1186505"/>
            <a:ext cx="7626106" cy="5323230"/>
          </a:xfrm>
          <a:prstGeom prst="rect">
            <a:avLst/>
          </a:prstGeom>
        </p:spPr>
      </p:pic>
      <p:cxnSp>
        <p:nvCxnSpPr>
          <p:cNvPr id="7" name="Curved Connector 6"/>
          <p:cNvCxnSpPr/>
          <p:nvPr/>
        </p:nvCxnSpPr>
        <p:spPr>
          <a:xfrm rot="10800000" flipV="1">
            <a:off x="3153104" y="2948151"/>
            <a:ext cx="3831021" cy="2727436"/>
          </a:xfrm>
          <a:prstGeom prst="curvedConnector3">
            <a:avLst>
              <a:gd name="adj1" fmla="val -9259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768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try…catch…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7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19" y="1499787"/>
            <a:ext cx="8478066" cy="3736264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6" name="Rounded Rectangular Callout 5"/>
          <p:cNvSpPr/>
          <p:nvPr/>
        </p:nvSpPr>
        <p:spPr>
          <a:xfrm>
            <a:off x="6293930" y="5236051"/>
            <a:ext cx="2362200" cy="1219200"/>
          </a:xfrm>
          <a:prstGeom prst="wedgeRoundRectCallout">
            <a:avLst>
              <a:gd name="adj1" fmla="val -123203"/>
              <a:gd name="adj2" fmla="val -15839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 </a:t>
            </a:r>
            <a:r>
              <a:rPr lang="en-US" b="1" i="1" dirty="0">
                <a:solidFill>
                  <a:schemeClr val="tx1"/>
                </a:solidFill>
              </a:rPr>
              <a:t>try</a:t>
            </a:r>
            <a:r>
              <a:rPr lang="en-US" b="1" dirty="0">
                <a:solidFill>
                  <a:schemeClr val="tx1"/>
                </a:solidFill>
              </a:rPr>
              <a:t> block with one or more </a:t>
            </a:r>
            <a:r>
              <a:rPr lang="en-US" b="1" i="1" dirty="0">
                <a:solidFill>
                  <a:schemeClr val="tx1"/>
                </a:solidFill>
              </a:rPr>
              <a:t>catch</a:t>
            </a:r>
            <a:r>
              <a:rPr lang="en-US" b="1" dirty="0">
                <a:solidFill>
                  <a:schemeClr val="tx1"/>
                </a:solidFill>
              </a:rPr>
              <a:t> blocks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35427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try…catch…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8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86" y="1600784"/>
            <a:ext cx="6120140" cy="3425885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6" name="Rounded Rectangular Callout 5"/>
          <p:cNvSpPr/>
          <p:nvPr/>
        </p:nvSpPr>
        <p:spPr>
          <a:xfrm>
            <a:off x="6671934" y="4963605"/>
            <a:ext cx="2362200" cy="1219200"/>
          </a:xfrm>
          <a:prstGeom prst="wedgeRoundRectCallout">
            <a:avLst>
              <a:gd name="adj1" fmla="val -177263"/>
              <a:gd name="adj2" fmla="val -18296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Can be no code here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2986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9</a:t>
            </a:fld>
            <a:endParaRPr kumimoji="0" lang="en-US" dirty="0">
              <a:solidFill>
                <a:srgbClr val="FFFFFF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52399" y="1212850"/>
            <a:ext cx="8991601" cy="4578350"/>
            <a:chOff x="152399" y="1212850"/>
            <a:chExt cx="8991601" cy="457835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399" y="1212850"/>
              <a:ext cx="8139013" cy="4578350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pic>
        <p:sp>
          <p:nvSpPr>
            <p:cNvPr id="7" name="Rounded Rectangular Callout 6"/>
            <p:cNvSpPr/>
            <p:nvPr/>
          </p:nvSpPr>
          <p:spPr>
            <a:xfrm>
              <a:off x="6781800" y="1295400"/>
              <a:ext cx="2362200" cy="1219200"/>
            </a:xfrm>
            <a:prstGeom prst="wedgeRoundRectCallout">
              <a:avLst>
                <a:gd name="adj1" fmla="val -113192"/>
                <a:gd name="adj2" fmla="val 75658"/>
                <a:gd name="adj3" fmla="val 16667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The Finally block always executes when the try block exists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9703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10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1" y="1560784"/>
            <a:ext cx="8099079" cy="279811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</p:pic>
      <p:sp>
        <p:nvSpPr>
          <p:cNvPr id="7" name="Rounded Rectangular Callout 6"/>
          <p:cNvSpPr/>
          <p:nvPr/>
        </p:nvSpPr>
        <p:spPr>
          <a:xfrm>
            <a:off x="6293930" y="4873439"/>
            <a:ext cx="2362200" cy="1219200"/>
          </a:xfrm>
          <a:prstGeom prst="wedgeRoundRectCallout">
            <a:avLst>
              <a:gd name="adj1" fmla="val -123203"/>
              <a:gd name="adj2" fmla="val -15839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ensure that a resource is closed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37622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Throw Exceptions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11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17" y="1265274"/>
            <a:ext cx="6324600" cy="3400425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262" y="4351284"/>
            <a:ext cx="6911157" cy="211400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</p:pic>
    </p:spTree>
    <p:extLst>
      <p:ext uri="{BB962C8B-B14F-4D97-AF65-F5344CB8AC3E}">
        <p14:creationId xmlns:p14="http://schemas.microsoft.com/office/powerpoint/2010/main" val="282656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throws-declaration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12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51" y="2503430"/>
            <a:ext cx="5966499" cy="29899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14305" y="4438996"/>
            <a:ext cx="2169621" cy="31588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18589" y="2995352"/>
            <a:ext cx="3936538" cy="31588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Callout 7"/>
          <p:cNvSpPr/>
          <p:nvPr/>
        </p:nvSpPr>
        <p:spPr>
          <a:xfrm>
            <a:off x="5074921" y="1275327"/>
            <a:ext cx="3611879" cy="1746704"/>
          </a:xfrm>
          <a:prstGeom prst="cloudCallout">
            <a:avLst>
              <a:gd name="adj1" fmla="val -59959"/>
              <a:gd name="adj2" fmla="val 5536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error:</a:t>
            </a:r>
            <a:r>
              <a:rPr lang="en-US" dirty="0"/>
              <a:t> unreported exception </a:t>
            </a:r>
            <a:r>
              <a:rPr lang="en-US" dirty="0" err="1"/>
              <a:t>Exception</a:t>
            </a:r>
            <a:r>
              <a:rPr lang="en-US" dirty="0"/>
              <a:t>; must be caught or declared to be thrown</a:t>
            </a:r>
          </a:p>
        </p:txBody>
      </p:sp>
    </p:spTree>
    <p:extLst>
      <p:ext uri="{BB962C8B-B14F-4D97-AF65-F5344CB8AC3E}">
        <p14:creationId xmlns:p14="http://schemas.microsoft.com/office/powerpoint/2010/main" val="2834994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itchFamily="34" charset="0"/>
              </a:rPr>
              <a:t>Two Kinds of Exception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13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2050" name="Picture 2" descr="The Throwable class and its most significant subclass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6" y="1446577"/>
            <a:ext cx="6560305" cy="460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/>
          <p:cNvSpPr/>
          <p:nvPr/>
        </p:nvSpPr>
        <p:spPr>
          <a:xfrm>
            <a:off x="3137338" y="3153104"/>
            <a:ext cx="2096813" cy="82769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051625" y="4099034"/>
            <a:ext cx="3058625" cy="100899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ular Callout 8"/>
          <p:cNvSpPr/>
          <p:nvPr/>
        </p:nvSpPr>
        <p:spPr>
          <a:xfrm>
            <a:off x="5739730" y="1179511"/>
            <a:ext cx="2135027" cy="570461"/>
          </a:xfrm>
          <a:prstGeom prst="wedgeRoundRectCallout">
            <a:avLst>
              <a:gd name="adj1" fmla="val -108368"/>
              <a:gd name="adj2" fmla="val 28638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Calibri" pitchFamily="34" charset="0"/>
              </a:rPr>
              <a:t>Checked exception</a:t>
            </a:r>
            <a:endParaRPr lang="en-US" b="1" dirty="0"/>
          </a:p>
        </p:txBody>
      </p:sp>
      <p:sp>
        <p:nvSpPr>
          <p:cNvPr id="10" name="Rounded Rectangular Callout 9"/>
          <p:cNvSpPr/>
          <p:nvPr/>
        </p:nvSpPr>
        <p:spPr>
          <a:xfrm>
            <a:off x="6714487" y="2867872"/>
            <a:ext cx="2241936" cy="570461"/>
          </a:xfrm>
          <a:prstGeom prst="wedgeRoundRectCallout">
            <a:avLst>
              <a:gd name="adj1" fmla="val -62347"/>
              <a:gd name="adj2" fmla="val 16437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Calibri" pitchFamily="34" charset="0"/>
              </a:rPr>
              <a:t>Unchecked exception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30055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itchFamily="34" charset="0"/>
              </a:rPr>
              <a:t>Checked exception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/>
              <a:buChar char="•"/>
            </a:pPr>
            <a:r>
              <a:rPr lang="en-US" dirty="0"/>
              <a:t>Must be handled by either </a:t>
            </a:r>
          </a:p>
          <a:p>
            <a:pPr marL="742950" lvl="2" indent="-342900"/>
            <a:r>
              <a:rPr lang="en-US" dirty="0"/>
              <a:t>the try-catch mechanism </a:t>
            </a:r>
          </a:p>
          <a:p>
            <a:pPr marL="742950" lvl="2" indent="-342900"/>
            <a:r>
              <a:rPr lang="en-US" dirty="0"/>
              <a:t>or the throws-declaration mechanism.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14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744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itchFamily="34" charset="0"/>
              </a:rPr>
              <a:t>Checked exception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15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17" y="1347157"/>
            <a:ext cx="6324600" cy="3400425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6" name="Rectangle 5"/>
          <p:cNvSpPr/>
          <p:nvPr/>
        </p:nvSpPr>
        <p:spPr>
          <a:xfrm>
            <a:off x="1803400" y="3425588"/>
            <a:ext cx="3655704" cy="25930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14621" y="2168009"/>
            <a:ext cx="2013725" cy="25930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/>
          <p:cNvCxnSpPr>
            <a:stCxn id="6" idx="3"/>
            <a:endCxn id="7" idx="3"/>
          </p:cNvCxnSpPr>
          <p:nvPr/>
        </p:nvCxnSpPr>
        <p:spPr>
          <a:xfrm flipV="1">
            <a:off x="5459104" y="2297663"/>
            <a:ext cx="1269242" cy="1257579"/>
          </a:xfrm>
          <a:prstGeom prst="curvedConnector3">
            <a:avLst>
              <a:gd name="adj1" fmla="val 152420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136" y="4505749"/>
            <a:ext cx="6184981" cy="1940176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</p:pic>
    </p:spTree>
    <p:extLst>
      <p:ext uri="{BB962C8B-B14F-4D97-AF65-F5344CB8AC3E}">
        <p14:creationId xmlns:p14="http://schemas.microsoft.com/office/powerpoint/2010/main" val="700762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Lưu</a:t>
            </a:r>
            <a:r>
              <a:rPr lang="en-US" dirty="0"/>
              <a:t> 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16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0128" y="1828800"/>
            <a:ext cx="8839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ExceptionTest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loại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Exception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bắt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buộc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phải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khai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báo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đầu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hàm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void X()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Exception{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("Exception Message");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void Y(){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Message");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5794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17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29" y="1123950"/>
            <a:ext cx="6829071" cy="5124450"/>
          </a:xfrm>
          <a:prstGeom prst="rect">
            <a:avLst/>
          </a:prstGeom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684048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18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1091448"/>
            <a:ext cx="7286625" cy="5353050"/>
          </a:xfrm>
          <a:prstGeom prst="rect">
            <a:avLst/>
          </a:prstGeom>
          <a:ln w="63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594045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19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89" y="1097224"/>
            <a:ext cx="6536141" cy="54386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559" y="4849272"/>
            <a:ext cx="5274084" cy="5688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140" y="2647667"/>
            <a:ext cx="3773504" cy="7096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cxnSp>
        <p:nvCxnSpPr>
          <p:cNvPr id="15" name="Curved Connector 14"/>
          <p:cNvCxnSpPr/>
          <p:nvPr/>
        </p:nvCxnSpPr>
        <p:spPr>
          <a:xfrm rot="5400000" flipH="1" flipV="1">
            <a:off x="6285459" y="3568186"/>
            <a:ext cx="1478315" cy="1029269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957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Your Own Exception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20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4297" y="1717875"/>
            <a:ext cx="8181833" cy="1754326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InvalidNameException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extends Exception {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InvalidNameException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(String message)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super(message);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97" y="3952988"/>
            <a:ext cx="6469253" cy="2118586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</p:spTree>
    <p:extLst>
      <p:ext uri="{BB962C8B-B14F-4D97-AF65-F5344CB8AC3E}">
        <p14:creationId xmlns:p14="http://schemas.microsoft.com/office/powerpoint/2010/main" val="2898067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21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628" y="1940808"/>
            <a:ext cx="2890500" cy="28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3928108"/>
      </p:ext>
    </p:extLst>
  </p:cSld>
  <p:clrMapOvr>
    <a:masterClrMapping/>
  </p:clrMapOvr>
</p:sld>
</file>

<file path=ppt/theme/theme1.xml><?xml version="1.0" encoding="utf-8"?>
<a:theme xmlns:a="http://schemas.openxmlformats.org/drawingml/2006/main" name="HSU ppt template_Office2010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10530</TotalTime>
  <Words>325</Words>
  <Application>Microsoft Office PowerPoint</Application>
  <PresentationFormat>On-screen Show (4:3)</PresentationFormat>
  <Paragraphs>82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Myriad Pro</vt:lpstr>
      <vt:lpstr>HSU ppt template_Office2010</vt:lpstr>
      <vt:lpstr>Object-Oriented Programming Using Java</vt:lpstr>
      <vt:lpstr>Contents</vt:lpstr>
      <vt:lpstr>What Is an Exception?</vt:lpstr>
      <vt:lpstr>Example 1</vt:lpstr>
      <vt:lpstr>Example 2</vt:lpstr>
      <vt:lpstr>Handling Exception</vt:lpstr>
      <vt:lpstr>try…catch… block</vt:lpstr>
      <vt:lpstr>try…catch… block</vt:lpstr>
      <vt:lpstr>finally block</vt:lpstr>
      <vt:lpstr>finally block</vt:lpstr>
      <vt:lpstr>Throw Exceptions</vt:lpstr>
      <vt:lpstr>throws-declaration</vt:lpstr>
      <vt:lpstr>Two Kinds of Exception</vt:lpstr>
      <vt:lpstr>Checked exception</vt:lpstr>
      <vt:lpstr>Checked exception Demo</vt:lpstr>
      <vt:lpstr>Lưu ý</vt:lpstr>
      <vt:lpstr>Output?</vt:lpstr>
      <vt:lpstr>Output?</vt:lpstr>
      <vt:lpstr>Output?</vt:lpstr>
      <vt:lpstr>Creating Your Own Exception Classes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Thi Thanh</dc:creator>
  <cp:lastModifiedBy>SON Nguyen Van</cp:lastModifiedBy>
  <cp:revision>258</cp:revision>
  <dcterms:created xsi:type="dcterms:W3CDTF">2014-01-20T04:03:40Z</dcterms:created>
  <dcterms:modified xsi:type="dcterms:W3CDTF">2023-06-07T08:01:39Z</dcterms:modified>
</cp:coreProperties>
</file>