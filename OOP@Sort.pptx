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60" r:id="rId3"/>
    <p:sldId id="261" r:id="rId4"/>
    <p:sldId id="284" r:id="rId5"/>
    <p:sldId id="267" r:id="rId6"/>
    <p:sldId id="309" r:id="rId7"/>
    <p:sldId id="310" r:id="rId8"/>
    <p:sldId id="315" r:id="rId9"/>
    <p:sldId id="314" r:id="rId10"/>
    <p:sldId id="312" r:id="rId11"/>
    <p:sldId id="316" r:id="rId12"/>
    <p:sldId id="313" r:id="rId13"/>
    <p:sldId id="274" r:id="rId14"/>
    <p:sldId id="26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DAB96E"/>
    <a:srgbClr val="120E0D"/>
    <a:srgbClr val="D2A94E"/>
    <a:srgbClr val="FDFDFD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4CD95-0463-436F-85B4-200CACCDFC7F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>
                <a:sym typeface="+mn-ea"/>
              </a:rPr>
              <a:t>Click to edit Master text style</a:t>
            </a:r>
            <a:endParaRPr lang="zh-CN" altLang="en-US" sz="1200"/>
          </a:p>
          <a:p>
            <a:pPr lvl="1"/>
            <a:r>
              <a:rPr lang="zh-CN" altLang="en-US" sz="1200">
                <a:sym typeface="+mn-ea"/>
              </a:rPr>
              <a:t>Second level</a:t>
            </a:r>
            <a:endParaRPr lang="zh-CN" altLang="en-US" sz="1200"/>
          </a:p>
          <a:p>
            <a:pPr lvl="2"/>
            <a:r>
              <a:rPr lang="zh-CN" altLang="en-US" sz="1200">
                <a:sym typeface="+mn-ea"/>
              </a:rPr>
              <a:t>Third level</a:t>
            </a:r>
            <a:endParaRPr lang="zh-CN" altLang="en-US" sz="1200"/>
          </a:p>
          <a:p>
            <a:pPr lvl="3"/>
            <a:r>
              <a:rPr lang="zh-CN" altLang="en-US" sz="1200">
                <a:sym typeface="+mn-ea"/>
              </a:rPr>
              <a:t>Fourth level</a:t>
            </a:r>
            <a:endParaRPr lang="zh-CN" altLang="en-US" sz="1200"/>
          </a:p>
          <a:p>
            <a:pPr lvl="4"/>
            <a:r>
              <a:rPr lang="zh-CN" altLang="en-US" sz="120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F4A46-D9B6-49BE-A8D7-DA168BF6C6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CD24-76C8-4ECB-A941-AD784A8F9AC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08B75-F6EF-45F6-930D-721952DB4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Click to edit Master text style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CD24-76C8-4ECB-A941-AD784A8F9AC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08B75-F6EF-45F6-930D-721952DB4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BCD24-76C8-4ECB-A941-AD784A8F9AC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08B75-F6EF-45F6-930D-721952DB4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am Wor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/>
          <p:cNvSpPr>
            <a:spLocks noGrp="1"/>
          </p:cNvSpPr>
          <p:nvPr>
            <p:ph type="pic" sz="quarter" idx="10"/>
          </p:nvPr>
        </p:nvSpPr>
        <p:spPr>
          <a:xfrm>
            <a:off x="704203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65"/>
            </a:lvl1pPr>
          </a:lstStyle>
          <a:p>
            <a:endParaRPr lang="en-US"/>
          </a:p>
        </p:txBody>
      </p:sp>
      <p:sp>
        <p:nvSpPr>
          <p:cNvPr id="29" name="Picture Placeholder 27"/>
          <p:cNvSpPr>
            <a:spLocks noGrp="1"/>
          </p:cNvSpPr>
          <p:nvPr>
            <p:ph type="pic" sz="quarter" idx="11"/>
          </p:nvPr>
        </p:nvSpPr>
        <p:spPr>
          <a:xfrm>
            <a:off x="2917164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65"/>
            </a:lvl1pPr>
          </a:lstStyle>
          <a:p>
            <a:endParaRPr lang="en-US"/>
          </a:p>
        </p:txBody>
      </p:sp>
      <p:sp>
        <p:nvSpPr>
          <p:cNvPr id="30" name="Picture Placeholder 27"/>
          <p:cNvSpPr>
            <a:spLocks noGrp="1"/>
          </p:cNvSpPr>
          <p:nvPr>
            <p:ph type="pic" sz="quarter" idx="12"/>
          </p:nvPr>
        </p:nvSpPr>
        <p:spPr>
          <a:xfrm>
            <a:off x="5156203" y="1675161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65"/>
            </a:lvl1pPr>
          </a:lstStyle>
          <a:p>
            <a:endParaRPr lang="en-US"/>
          </a:p>
        </p:txBody>
      </p:sp>
      <p:sp>
        <p:nvSpPr>
          <p:cNvPr id="31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7394127" y="1683019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65"/>
            </a:lvl1pPr>
          </a:lstStyle>
          <a:p>
            <a:endParaRPr lang="en-US"/>
          </a:p>
        </p:txBody>
      </p:sp>
      <p:sp>
        <p:nvSpPr>
          <p:cNvPr id="32" name="Picture Placeholder 27"/>
          <p:cNvSpPr>
            <a:spLocks noGrp="1"/>
          </p:cNvSpPr>
          <p:nvPr>
            <p:ph type="pic" sz="quarter" idx="14"/>
          </p:nvPr>
        </p:nvSpPr>
        <p:spPr>
          <a:xfrm>
            <a:off x="9630932" y="1690876"/>
            <a:ext cx="1828800" cy="18288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1065"/>
            </a:lvl1pPr>
          </a:lstStyle>
          <a:p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edit Master text style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BCD24-76C8-4ECB-A941-AD784A8F9ACD}" type="datetimeFigureOut">
              <a:rPr lang="zh-CN" altLang="en-US" smtClean="0"/>
              <a:t>2023/6/1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08B75-F6EF-45F6-930D-721952DB4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randomBar dir="vert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-368490" y="2183642"/>
            <a:ext cx="2906973" cy="3507474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>
            <a:stCxn id="3" idx="0"/>
          </p:cNvCxnSpPr>
          <p:nvPr/>
        </p:nvCxnSpPr>
        <p:spPr>
          <a:xfrm flipH="1">
            <a:off x="1487605" y="2183642"/>
            <a:ext cx="177421" cy="166502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87606" y="3848669"/>
            <a:ext cx="1050877" cy="184244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3" idx="2"/>
          </p:cNvCxnSpPr>
          <p:nvPr/>
        </p:nvCxnSpPr>
        <p:spPr>
          <a:xfrm>
            <a:off x="-368490" y="3643952"/>
            <a:ext cx="1856094" cy="20471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 19"/>
          <p:cNvSpPr/>
          <p:nvPr/>
        </p:nvSpPr>
        <p:spPr>
          <a:xfrm rot="4861604">
            <a:off x="5590744" y="549020"/>
            <a:ext cx="588761" cy="668452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20" idx="0"/>
          </p:cNvCxnSpPr>
          <p:nvPr/>
        </p:nvCxnSpPr>
        <p:spPr>
          <a:xfrm rot="4861604" flipH="1">
            <a:off x="6056096" y="794858"/>
            <a:ext cx="35934" cy="317320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rot="4861604">
            <a:off x="5657019" y="917453"/>
            <a:ext cx="212838" cy="35113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20" idx="2"/>
          </p:cNvCxnSpPr>
          <p:nvPr/>
        </p:nvCxnSpPr>
        <p:spPr>
          <a:xfrm rot="4861604">
            <a:off x="5716533" y="752942"/>
            <a:ext cx="375922" cy="3901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 23"/>
          <p:cNvSpPr/>
          <p:nvPr/>
        </p:nvSpPr>
        <p:spPr>
          <a:xfrm>
            <a:off x="10782300" y="5651500"/>
            <a:ext cx="844550" cy="863600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>
            <a:stCxn id="24" idx="2"/>
          </p:cNvCxnSpPr>
          <p:nvPr/>
        </p:nvCxnSpPr>
        <p:spPr>
          <a:xfrm flipH="1">
            <a:off x="11258550" y="5651500"/>
            <a:ext cx="304800" cy="47942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10782300" y="6130925"/>
            <a:ext cx="476250" cy="23971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1258550" y="6130925"/>
            <a:ext cx="365126" cy="3841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任意多边形 42"/>
          <p:cNvSpPr/>
          <p:nvPr/>
        </p:nvSpPr>
        <p:spPr>
          <a:xfrm>
            <a:off x="9201434" y="-532261"/>
            <a:ext cx="3359055" cy="3372505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stCxn id="43" idx="2"/>
          </p:cNvCxnSpPr>
          <p:nvPr/>
        </p:nvCxnSpPr>
        <p:spPr>
          <a:xfrm flipH="1">
            <a:off x="11095638" y="-532261"/>
            <a:ext cx="1212291" cy="1872236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9201434" y="1339975"/>
            <a:ext cx="1894204" cy="936116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11095638" y="1339975"/>
            <a:ext cx="1452227" cy="15002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582110" y="1788627"/>
            <a:ext cx="4885899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8800" dirty="0">
                <a:solidFill>
                  <a:srgbClr val="DAB96E"/>
                </a:solidFill>
                <a:latin typeface="Impact" panose="020B0806030902050204" pitchFamily="34" charset="0"/>
              </a:rPr>
              <a:t>Java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581767" y="3331724"/>
            <a:ext cx="480784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Collections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040630" y="5118100"/>
            <a:ext cx="3739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 </a:t>
            </a:r>
            <a:r>
              <a:rPr lang="en-US" altLang="zh-CN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Nguyen Van Son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/>
          <p:cNvSpPr/>
          <p:nvPr/>
        </p:nvSpPr>
        <p:spPr>
          <a:xfrm>
            <a:off x="2483895" y="2224587"/>
            <a:ext cx="2852383" cy="2852384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3147" y="2990800"/>
            <a:ext cx="2552132" cy="645160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Sort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924550" y="3023870"/>
            <a:ext cx="4598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2/  Wrapper class object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24550" y="3850005"/>
            <a:ext cx="61106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3/  C</a:t>
            </a:r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lass objects </a:t>
            </a:r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(User-defined)</a:t>
            </a:r>
            <a:endParaRPr lang="zh-CN" altLang="en-US" sz="2800" dirty="0">
              <a:solidFill>
                <a:srgbClr val="DAB96E"/>
              </a:solidFill>
              <a:latin typeface="造字工房悦黑体验版纤细体" pitchFamily="50" charset="-122"/>
              <a:ea typeface="造字工房悦黑体验版纤细体" pitchFamily="5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24239" y="2224147"/>
            <a:ext cx="339829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1/  </a:t>
            </a:r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String objects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7069541" y="1419368"/>
            <a:ext cx="3370994" cy="4271748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3045" y="2217598"/>
            <a:ext cx="1903848" cy="1569660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01</a:t>
            </a:r>
            <a:endParaRPr lang="zh-CN" altLang="en-US" sz="9600" dirty="0">
              <a:solidFill>
                <a:srgbClr val="DAB96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7465" y="3570605"/>
            <a:ext cx="3176905" cy="521970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</a:rPr>
              <a:t>String objects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-368490" y="2183642"/>
            <a:ext cx="2906973" cy="3507474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stCxn id="6" idx="0"/>
          </p:cNvCxnSpPr>
          <p:nvPr/>
        </p:nvCxnSpPr>
        <p:spPr>
          <a:xfrm flipH="1">
            <a:off x="1487605" y="2183642"/>
            <a:ext cx="177421" cy="166502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87606" y="3848669"/>
            <a:ext cx="1050877" cy="184244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" idx="2"/>
          </p:cNvCxnSpPr>
          <p:nvPr/>
        </p:nvCxnSpPr>
        <p:spPr>
          <a:xfrm>
            <a:off x="-368490" y="3643952"/>
            <a:ext cx="1856094" cy="20471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/>
        </p:nvSpPr>
        <p:spPr>
          <a:xfrm rot="4861604">
            <a:off x="3683204" y="778255"/>
            <a:ext cx="588761" cy="668452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0"/>
          </p:cNvCxnSpPr>
          <p:nvPr/>
        </p:nvCxnSpPr>
        <p:spPr>
          <a:xfrm rot="4861604" flipH="1">
            <a:off x="4148556" y="1024728"/>
            <a:ext cx="35934" cy="317320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4861604">
            <a:off x="3743764" y="1147323"/>
            <a:ext cx="212838" cy="35113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0" idx="2"/>
          </p:cNvCxnSpPr>
          <p:nvPr/>
        </p:nvCxnSpPr>
        <p:spPr>
          <a:xfrm rot="4861604">
            <a:off x="3808993" y="982177"/>
            <a:ext cx="375922" cy="3901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10782300" y="5651500"/>
            <a:ext cx="844550" cy="863600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4" idx="2"/>
          </p:cNvCxnSpPr>
          <p:nvPr/>
        </p:nvCxnSpPr>
        <p:spPr>
          <a:xfrm flipH="1">
            <a:off x="11258550" y="5651500"/>
            <a:ext cx="304800" cy="47942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782300" y="6130925"/>
            <a:ext cx="476250" cy="23971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11258550" y="6130925"/>
            <a:ext cx="365126" cy="3841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399540"/>
            <a:ext cx="6195060" cy="4984750"/>
          </a:xfrm>
          <a:prstGeom prst="rect">
            <a:avLst/>
          </a:prstGeom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2639060"/>
            <a:ext cx="2388235" cy="1352550"/>
          </a:xfrm>
          <a:prstGeom prst="rect">
            <a:avLst/>
          </a:prstGeom>
        </p:spPr>
      </p:pic>
      <p:sp>
        <p:nvSpPr>
          <p:cNvPr id="172" name="Freeform 169"/>
          <p:cNvSpPr>
            <a:spLocks noEditPoints="1"/>
          </p:cNvSpPr>
          <p:nvPr/>
        </p:nvSpPr>
        <p:spPr bwMode="auto">
          <a:xfrm>
            <a:off x="6974840" y="2974975"/>
            <a:ext cx="1430020" cy="1016635"/>
          </a:xfrm>
          <a:custGeom>
            <a:avLst/>
            <a:gdLst/>
            <a:ahLst/>
            <a:cxnLst>
              <a:cxn ang="0">
                <a:pos x="87" y="200"/>
              </a:cxn>
              <a:cxn ang="0">
                <a:pos x="87" y="138"/>
              </a:cxn>
              <a:cxn ang="0">
                <a:pos x="0" y="138"/>
              </a:cxn>
              <a:cxn ang="0">
                <a:pos x="0" y="62"/>
              </a:cxn>
              <a:cxn ang="0">
                <a:pos x="87" y="62"/>
              </a:cxn>
              <a:cxn ang="0">
                <a:pos x="87" y="0"/>
              </a:cxn>
              <a:cxn ang="0">
                <a:pos x="186" y="100"/>
              </a:cxn>
              <a:cxn ang="0">
                <a:pos x="87" y="200"/>
              </a:cxn>
              <a:cxn ang="0">
                <a:pos x="11" y="127"/>
              </a:cxn>
              <a:cxn ang="0">
                <a:pos x="97" y="127"/>
              </a:cxn>
              <a:cxn ang="0">
                <a:pos x="97" y="173"/>
              </a:cxn>
              <a:cxn ang="0">
                <a:pos x="170" y="100"/>
              </a:cxn>
              <a:cxn ang="0">
                <a:pos x="97" y="27"/>
              </a:cxn>
              <a:cxn ang="0">
                <a:pos x="97" y="73"/>
              </a:cxn>
              <a:cxn ang="0">
                <a:pos x="11" y="73"/>
              </a:cxn>
              <a:cxn ang="0">
                <a:pos x="11" y="127"/>
              </a:cxn>
            </a:cxnLst>
            <a:rect l="0" t="0" r="r" b="b"/>
            <a:pathLst>
              <a:path w="186" h="200">
                <a:moveTo>
                  <a:pt x="87" y="200"/>
                </a:moveTo>
                <a:lnTo>
                  <a:pt x="87" y="138"/>
                </a:lnTo>
                <a:lnTo>
                  <a:pt x="0" y="138"/>
                </a:lnTo>
                <a:lnTo>
                  <a:pt x="0" y="62"/>
                </a:lnTo>
                <a:lnTo>
                  <a:pt x="87" y="62"/>
                </a:lnTo>
                <a:lnTo>
                  <a:pt x="87" y="0"/>
                </a:lnTo>
                <a:lnTo>
                  <a:pt x="186" y="100"/>
                </a:lnTo>
                <a:lnTo>
                  <a:pt x="87" y="200"/>
                </a:lnTo>
                <a:close/>
                <a:moveTo>
                  <a:pt x="11" y="127"/>
                </a:moveTo>
                <a:lnTo>
                  <a:pt x="97" y="127"/>
                </a:lnTo>
                <a:lnTo>
                  <a:pt x="97" y="173"/>
                </a:lnTo>
                <a:lnTo>
                  <a:pt x="170" y="100"/>
                </a:lnTo>
                <a:lnTo>
                  <a:pt x="97" y="27"/>
                </a:lnTo>
                <a:lnTo>
                  <a:pt x="97" y="73"/>
                </a:lnTo>
                <a:lnTo>
                  <a:pt x="11" y="73"/>
                </a:lnTo>
                <a:lnTo>
                  <a:pt x="11" y="127"/>
                </a:lnTo>
                <a:close/>
              </a:path>
            </a:pathLst>
          </a:custGeom>
          <a:solidFill>
            <a:srgbClr val="DAB96E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6" name="图文框 1"/>
          <p:cNvSpPr/>
          <p:nvPr/>
        </p:nvSpPr>
        <p:spPr>
          <a:xfrm>
            <a:off x="8808085" y="2435860"/>
            <a:ext cx="3258820" cy="1986280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图文框 1"/>
          <p:cNvSpPr/>
          <p:nvPr/>
        </p:nvSpPr>
        <p:spPr>
          <a:xfrm>
            <a:off x="326390" y="1174115"/>
            <a:ext cx="6245225" cy="5321935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828" y="419937"/>
            <a:ext cx="2463734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B96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String Object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7069541" y="1419368"/>
            <a:ext cx="3370994" cy="4271748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3045" y="2217598"/>
            <a:ext cx="1903848" cy="1569660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02</a:t>
            </a:r>
            <a:endParaRPr lang="zh-CN" altLang="en-US" sz="9600" dirty="0">
              <a:solidFill>
                <a:srgbClr val="DAB96E"/>
              </a:solidFill>
              <a:latin typeface="方正兰亭粗黑简体" panose="02000000000000000000" pitchFamily="2" charset="-122"/>
              <a:ea typeface="方正兰亭粗黑简体" panose="020000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7465" y="3570605"/>
            <a:ext cx="3043555" cy="95313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Wrapper class objects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-368490" y="2183642"/>
            <a:ext cx="2906973" cy="3507474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stCxn id="6" idx="0"/>
          </p:cNvCxnSpPr>
          <p:nvPr/>
        </p:nvCxnSpPr>
        <p:spPr>
          <a:xfrm flipH="1">
            <a:off x="1487605" y="2183642"/>
            <a:ext cx="177421" cy="166502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87606" y="3848669"/>
            <a:ext cx="1050877" cy="184244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" idx="2"/>
          </p:cNvCxnSpPr>
          <p:nvPr/>
        </p:nvCxnSpPr>
        <p:spPr>
          <a:xfrm>
            <a:off x="-368490" y="3643952"/>
            <a:ext cx="1856094" cy="20471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/>
        </p:nvSpPr>
        <p:spPr>
          <a:xfrm rot="4861604">
            <a:off x="3683204" y="778255"/>
            <a:ext cx="588761" cy="668452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0"/>
          </p:cNvCxnSpPr>
          <p:nvPr/>
        </p:nvCxnSpPr>
        <p:spPr>
          <a:xfrm rot="4861604" flipH="1">
            <a:off x="4148556" y="1024728"/>
            <a:ext cx="35934" cy="317320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4861604">
            <a:off x="3743764" y="1147323"/>
            <a:ext cx="212838" cy="35113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0" idx="2"/>
          </p:cNvCxnSpPr>
          <p:nvPr/>
        </p:nvCxnSpPr>
        <p:spPr>
          <a:xfrm rot="4861604">
            <a:off x="3808993" y="982177"/>
            <a:ext cx="375922" cy="3901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10782300" y="5651500"/>
            <a:ext cx="844550" cy="863600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4" idx="2"/>
          </p:cNvCxnSpPr>
          <p:nvPr/>
        </p:nvCxnSpPr>
        <p:spPr>
          <a:xfrm flipH="1">
            <a:off x="11258550" y="5651500"/>
            <a:ext cx="304800" cy="47942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782300" y="6130925"/>
            <a:ext cx="476250" cy="23971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11258550" y="6130925"/>
            <a:ext cx="365126" cy="3841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 169"/>
          <p:cNvSpPr>
            <a:spLocks noEditPoints="1"/>
          </p:cNvSpPr>
          <p:nvPr/>
        </p:nvSpPr>
        <p:spPr bwMode="auto">
          <a:xfrm>
            <a:off x="7548245" y="3305175"/>
            <a:ext cx="1184275" cy="856615"/>
          </a:xfrm>
          <a:custGeom>
            <a:avLst/>
            <a:gdLst/>
            <a:ahLst/>
            <a:cxnLst>
              <a:cxn ang="0">
                <a:pos x="87" y="200"/>
              </a:cxn>
              <a:cxn ang="0">
                <a:pos x="87" y="138"/>
              </a:cxn>
              <a:cxn ang="0">
                <a:pos x="0" y="138"/>
              </a:cxn>
              <a:cxn ang="0">
                <a:pos x="0" y="62"/>
              </a:cxn>
              <a:cxn ang="0">
                <a:pos x="87" y="62"/>
              </a:cxn>
              <a:cxn ang="0">
                <a:pos x="87" y="0"/>
              </a:cxn>
              <a:cxn ang="0">
                <a:pos x="186" y="100"/>
              </a:cxn>
              <a:cxn ang="0">
                <a:pos x="87" y="200"/>
              </a:cxn>
              <a:cxn ang="0">
                <a:pos x="11" y="127"/>
              </a:cxn>
              <a:cxn ang="0">
                <a:pos x="97" y="127"/>
              </a:cxn>
              <a:cxn ang="0">
                <a:pos x="97" y="173"/>
              </a:cxn>
              <a:cxn ang="0">
                <a:pos x="170" y="100"/>
              </a:cxn>
              <a:cxn ang="0">
                <a:pos x="97" y="27"/>
              </a:cxn>
              <a:cxn ang="0">
                <a:pos x="97" y="73"/>
              </a:cxn>
              <a:cxn ang="0">
                <a:pos x="11" y="73"/>
              </a:cxn>
              <a:cxn ang="0">
                <a:pos x="11" y="127"/>
              </a:cxn>
            </a:cxnLst>
            <a:rect l="0" t="0" r="r" b="b"/>
            <a:pathLst>
              <a:path w="186" h="200">
                <a:moveTo>
                  <a:pt x="87" y="200"/>
                </a:moveTo>
                <a:lnTo>
                  <a:pt x="87" y="138"/>
                </a:lnTo>
                <a:lnTo>
                  <a:pt x="0" y="138"/>
                </a:lnTo>
                <a:lnTo>
                  <a:pt x="0" y="62"/>
                </a:lnTo>
                <a:lnTo>
                  <a:pt x="87" y="62"/>
                </a:lnTo>
                <a:lnTo>
                  <a:pt x="87" y="0"/>
                </a:lnTo>
                <a:lnTo>
                  <a:pt x="186" y="100"/>
                </a:lnTo>
                <a:lnTo>
                  <a:pt x="87" y="200"/>
                </a:lnTo>
                <a:close/>
                <a:moveTo>
                  <a:pt x="11" y="127"/>
                </a:moveTo>
                <a:lnTo>
                  <a:pt x="97" y="127"/>
                </a:lnTo>
                <a:lnTo>
                  <a:pt x="97" y="173"/>
                </a:lnTo>
                <a:lnTo>
                  <a:pt x="170" y="100"/>
                </a:lnTo>
                <a:lnTo>
                  <a:pt x="97" y="27"/>
                </a:lnTo>
                <a:lnTo>
                  <a:pt x="97" y="73"/>
                </a:lnTo>
                <a:lnTo>
                  <a:pt x="11" y="73"/>
                </a:lnTo>
                <a:lnTo>
                  <a:pt x="11" y="127"/>
                </a:lnTo>
                <a:close/>
              </a:path>
            </a:pathLst>
          </a:custGeom>
          <a:solidFill>
            <a:srgbClr val="DAB96E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6" name="图文框 1"/>
          <p:cNvSpPr/>
          <p:nvPr/>
        </p:nvSpPr>
        <p:spPr>
          <a:xfrm>
            <a:off x="8826500" y="2841625"/>
            <a:ext cx="3258820" cy="1986280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图文框 1"/>
          <p:cNvSpPr/>
          <p:nvPr/>
        </p:nvSpPr>
        <p:spPr>
          <a:xfrm>
            <a:off x="118110" y="1174115"/>
            <a:ext cx="7259955" cy="5321935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790" y="419735"/>
            <a:ext cx="3333750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DAB96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Wrapper class objects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" y="1563370"/>
            <a:ext cx="6909435" cy="4542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080" y="3051175"/>
            <a:ext cx="1114425" cy="117157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/>
          <p:cNvSpPr/>
          <p:nvPr/>
        </p:nvSpPr>
        <p:spPr>
          <a:xfrm>
            <a:off x="7069541" y="1419368"/>
            <a:ext cx="3370994" cy="4271748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53045" y="2217598"/>
            <a:ext cx="1903848" cy="1568450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0</a:t>
            </a:r>
            <a:r>
              <a:rPr lang="en-US" sz="9600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3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387465" y="3570605"/>
            <a:ext cx="3043555" cy="95313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C</a:t>
            </a:r>
            <a:r>
              <a:rPr lang="zh-CN" altLang="en-US" sz="28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lass objects (User-defined)</a:t>
            </a:r>
          </a:p>
        </p:txBody>
      </p:sp>
      <p:sp>
        <p:nvSpPr>
          <p:cNvPr id="6" name="任意多边形 5"/>
          <p:cNvSpPr/>
          <p:nvPr/>
        </p:nvSpPr>
        <p:spPr>
          <a:xfrm>
            <a:off x="-368490" y="2183642"/>
            <a:ext cx="2906973" cy="3507474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stCxn id="6" idx="0"/>
          </p:cNvCxnSpPr>
          <p:nvPr/>
        </p:nvCxnSpPr>
        <p:spPr>
          <a:xfrm flipH="1">
            <a:off x="1487605" y="2183642"/>
            <a:ext cx="177421" cy="166502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87606" y="3848669"/>
            <a:ext cx="1050877" cy="184244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6" idx="2"/>
          </p:cNvCxnSpPr>
          <p:nvPr/>
        </p:nvCxnSpPr>
        <p:spPr>
          <a:xfrm>
            <a:off x="-368490" y="3643952"/>
            <a:ext cx="1856094" cy="20471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 9"/>
          <p:cNvSpPr/>
          <p:nvPr/>
        </p:nvSpPr>
        <p:spPr>
          <a:xfrm rot="4861604">
            <a:off x="3683204" y="778255"/>
            <a:ext cx="588761" cy="668452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>
            <a:stCxn id="10" idx="0"/>
          </p:cNvCxnSpPr>
          <p:nvPr/>
        </p:nvCxnSpPr>
        <p:spPr>
          <a:xfrm rot="4861604" flipH="1">
            <a:off x="4148556" y="1024728"/>
            <a:ext cx="35934" cy="317320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rot="4861604">
            <a:off x="3743764" y="1147323"/>
            <a:ext cx="212838" cy="35113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0" idx="2"/>
          </p:cNvCxnSpPr>
          <p:nvPr/>
        </p:nvCxnSpPr>
        <p:spPr>
          <a:xfrm rot="4861604">
            <a:off x="3808993" y="982177"/>
            <a:ext cx="375922" cy="3901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 13"/>
          <p:cNvSpPr/>
          <p:nvPr/>
        </p:nvSpPr>
        <p:spPr>
          <a:xfrm>
            <a:off x="10782300" y="5651500"/>
            <a:ext cx="844550" cy="863600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>
            <a:stCxn id="14" idx="2"/>
          </p:cNvCxnSpPr>
          <p:nvPr/>
        </p:nvCxnSpPr>
        <p:spPr>
          <a:xfrm flipH="1">
            <a:off x="11258550" y="5651500"/>
            <a:ext cx="304800" cy="47942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10782300" y="6130925"/>
            <a:ext cx="476250" cy="23971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11258550" y="6130925"/>
            <a:ext cx="365126" cy="3841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/>
        </p:nvSpPr>
        <p:spPr>
          <a:xfrm rot="10800000">
            <a:off x="2793365" y="3267710"/>
            <a:ext cx="2095500" cy="1097280"/>
          </a:xfrm>
          <a:custGeom>
            <a:avLst/>
            <a:gdLst>
              <a:gd name="connsiteX0" fmla="*/ 271920 w 1673372"/>
              <a:gd name="connsiteY0" fmla="*/ 0 h 1087680"/>
              <a:gd name="connsiteX1" fmla="*/ 1673372 w 1673372"/>
              <a:gd name="connsiteY1" fmla="*/ 0 h 1087680"/>
              <a:gd name="connsiteX2" fmla="*/ 1673372 w 1673372"/>
              <a:gd name="connsiteY2" fmla="*/ 1087680 h 1087680"/>
              <a:gd name="connsiteX3" fmla="*/ 271920 w 1673372"/>
              <a:gd name="connsiteY3" fmla="*/ 1087680 h 1087680"/>
              <a:gd name="connsiteX4" fmla="*/ 0 w 1673372"/>
              <a:gd name="connsiteY4" fmla="*/ 543840 h 1087680"/>
              <a:gd name="connsiteX5" fmla="*/ 271920 w 1673372"/>
              <a:gd name="connsiteY5" fmla="*/ 0 h 108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372" h="1087680">
                <a:moveTo>
                  <a:pt x="271920" y="0"/>
                </a:moveTo>
                <a:lnTo>
                  <a:pt x="1673372" y="0"/>
                </a:lnTo>
                <a:lnTo>
                  <a:pt x="1673372" y="1087680"/>
                </a:lnTo>
                <a:lnTo>
                  <a:pt x="271920" y="1087680"/>
                </a:lnTo>
                <a:lnTo>
                  <a:pt x="0" y="543840"/>
                </a:lnTo>
                <a:lnTo>
                  <a:pt x="271920" y="0"/>
                </a:lnTo>
                <a:close/>
              </a:path>
            </a:pathLst>
          </a:cu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27" name="流程图: 手动操作 26"/>
          <p:cNvSpPr/>
          <p:nvPr/>
        </p:nvSpPr>
        <p:spPr>
          <a:xfrm rot="5400000">
            <a:off x="1955981" y="3527881"/>
            <a:ext cx="1097168" cy="577600"/>
          </a:xfrm>
          <a:prstGeom prst="flowChartManualOperation">
            <a:avLst/>
          </a:prstGeom>
          <a:solidFill>
            <a:srgbClr val="D2A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28" name="流程图: 过程 27"/>
          <p:cNvSpPr/>
          <p:nvPr/>
        </p:nvSpPr>
        <p:spPr>
          <a:xfrm rot="10800000">
            <a:off x="-70485" y="3487420"/>
            <a:ext cx="2286000" cy="661035"/>
          </a:xfrm>
          <a:prstGeom prst="flowChartProcess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41955" y="3607435"/>
            <a:ext cx="1783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Comparable</a:t>
            </a:r>
          </a:p>
        </p:txBody>
      </p:sp>
      <p:sp>
        <p:nvSpPr>
          <p:cNvPr id="22" name="任意多边形 20"/>
          <p:cNvSpPr/>
          <p:nvPr/>
        </p:nvSpPr>
        <p:spPr>
          <a:xfrm>
            <a:off x="7143115" y="3256280"/>
            <a:ext cx="2085975" cy="1097280"/>
          </a:xfrm>
          <a:custGeom>
            <a:avLst/>
            <a:gdLst>
              <a:gd name="connsiteX0" fmla="*/ 271920 w 1673372"/>
              <a:gd name="connsiteY0" fmla="*/ 0 h 1087680"/>
              <a:gd name="connsiteX1" fmla="*/ 1673372 w 1673372"/>
              <a:gd name="connsiteY1" fmla="*/ 0 h 1087680"/>
              <a:gd name="connsiteX2" fmla="*/ 1673372 w 1673372"/>
              <a:gd name="connsiteY2" fmla="*/ 1087680 h 1087680"/>
              <a:gd name="connsiteX3" fmla="*/ 271920 w 1673372"/>
              <a:gd name="connsiteY3" fmla="*/ 1087680 h 1087680"/>
              <a:gd name="connsiteX4" fmla="*/ 0 w 1673372"/>
              <a:gd name="connsiteY4" fmla="*/ 543840 h 1087680"/>
              <a:gd name="connsiteX5" fmla="*/ 271920 w 1673372"/>
              <a:gd name="connsiteY5" fmla="*/ 0 h 108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372" h="1087680">
                <a:moveTo>
                  <a:pt x="271920" y="0"/>
                </a:moveTo>
                <a:lnTo>
                  <a:pt x="1673372" y="0"/>
                </a:lnTo>
                <a:lnTo>
                  <a:pt x="1673372" y="1087680"/>
                </a:lnTo>
                <a:lnTo>
                  <a:pt x="271920" y="1087680"/>
                </a:lnTo>
                <a:lnTo>
                  <a:pt x="0" y="543840"/>
                </a:lnTo>
                <a:lnTo>
                  <a:pt x="271920" y="0"/>
                </a:lnTo>
                <a:close/>
              </a:path>
            </a:pathLst>
          </a:cu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24" name="流程图: 手动操作 23"/>
          <p:cNvSpPr/>
          <p:nvPr/>
        </p:nvSpPr>
        <p:spPr>
          <a:xfrm rot="16200000">
            <a:off x="8969259" y="3516095"/>
            <a:ext cx="1097168" cy="577600"/>
          </a:xfrm>
          <a:prstGeom prst="flowChartManualOperation">
            <a:avLst/>
          </a:prstGeom>
          <a:solidFill>
            <a:srgbClr val="D2A9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23" name="流程图: 过程 24"/>
          <p:cNvSpPr/>
          <p:nvPr/>
        </p:nvSpPr>
        <p:spPr>
          <a:xfrm>
            <a:off x="9806940" y="3473450"/>
            <a:ext cx="2409825" cy="661035"/>
          </a:xfrm>
          <a:prstGeom prst="flowChartProcess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473950" y="3557905"/>
            <a:ext cx="1775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Comparator</a:t>
            </a:r>
          </a:p>
        </p:txBody>
      </p:sp>
      <p:sp>
        <p:nvSpPr>
          <p:cNvPr id="29" name="六边形 13"/>
          <p:cNvSpPr/>
          <p:nvPr/>
        </p:nvSpPr>
        <p:spPr>
          <a:xfrm>
            <a:off x="4888865" y="3267710"/>
            <a:ext cx="2254250" cy="1097280"/>
          </a:xfrm>
          <a:prstGeom prst="hexagon">
            <a:avLst/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20E0D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227955" y="3609975"/>
            <a:ext cx="1648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Implements </a:t>
            </a:r>
          </a:p>
        </p:txBody>
      </p:sp>
      <p:sp>
        <p:nvSpPr>
          <p:cNvPr id="34" name="图文框 1"/>
          <p:cNvSpPr/>
          <p:nvPr/>
        </p:nvSpPr>
        <p:spPr>
          <a:xfrm>
            <a:off x="3276600" y="3086100"/>
            <a:ext cx="5600700" cy="3686175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195" y="3168015"/>
            <a:ext cx="5261610" cy="340614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1563 -0.365278 " pathEditMode="relative" ptsTypes="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1" grpId="0"/>
      <p:bldP spid="22" grpId="0" animBg="1"/>
      <p:bldP spid="24" grpId="0" animBg="1"/>
      <p:bldP spid="23" grpId="0" animBg="1"/>
      <p:bldP spid="32" grpId="0"/>
      <p:bldP spid="29" grpId="0" animBg="1"/>
      <p:bldP spid="33" grpId="0"/>
      <p:bldP spid="34" grpId="0" animBg="1"/>
      <p:bldP spid="3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790" y="419735"/>
            <a:ext cx="5764530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lass objects (User-defined)</a:t>
            </a:r>
            <a:endParaRPr lang="en-US" sz="2400" dirty="0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1"/>
          <p:cNvSpPr/>
          <p:nvPr/>
        </p:nvSpPr>
        <p:spPr>
          <a:xfrm>
            <a:off x="858520" y="1069340"/>
            <a:ext cx="11286490" cy="5640705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" name="直接箭头连接符 23553"/>
          <p:cNvCxnSpPr/>
          <p:nvPr/>
        </p:nvCxnSpPr>
        <p:spPr>
          <a:xfrm>
            <a:off x="1594586" y="1622675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cxnSp>
        <p:nvCxnSpPr>
          <p:cNvPr id="7" name="直接箭头连接符 102"/>
          <p:cNvCxnSpPr/>
          <p:nvPr/>
        </p:nvCxnSpPr>
        <p:spPr>
          <a:xfrm>
            <a:off x="1594586" y="2118284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sp>
        <p:nvSpPr>
          <p:cNvPr id="10" name="矩形 104"/>
          <p:cNvSpPr/>
          <p:nvPr/>
        </p:nvSpPr>
        <p:spPr>
          <a:xfrm>
            <a:off x="1497965" y="1645920"/>
            <a:ext cx="3865880" cy="420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135" dirty="0">
                <a:solidFill>
                  <a:srgbClr val="DAB96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implements Comparable</a:t>
            </a:r>
          </a:p>
        </p:txBody>
      </p:sp>
      <p:sp>
        <p:nvSpPr>
          <p:cNvPr id="11" name="椭圆 2"/>
          <p:cNvSpPr/>
          <p:nvPr/>
        </p:nvSpPr>
        <p:spPr>
          <a:xfrm>
            <a:off x="326133" y="3215283"/>
            <a:ext cx="1066145" cy="1045797"/>
          </a:xfrm>
          <a:prstGeom prst="ellipse">
            <a:avLst/>
          </a:prstGeom>
          <a:solidFill>
            <a:srgbClr val="DAB96E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135">
              <a:solidFill>
                <a:srgbClr val="120E0D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矩形 27"/>
          <p:cNvSpPr/>
          <p:nvPr/>
        </p:nvSpPr>
        <p:spPr>
          <a:xfrm>
            <a:off x="541705" y="3446396"/>
            <a:ext cx="635000" cy="5835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dirty="0">
                <a:solidFill>
                  <a:srgbClr val="120E0D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01</a:t>
            </a:r>
            <a:endParaRPr lang="zh-CN" altLang="en-US" sz="3200" dirty="0">
              <a:solidFill>
                <a:srgbClr val="120E0D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3" name="直接箭头连接符 23553"/>
          <p:cNvCxnSpPr/>
          <p:nvPr/>
        </p:nvCxnSpPr>
        <p:spPr>
          <a:xfrm>
            <a:off x="3422116" y="1622675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cxnSp>
        <p:nvCxnSpPr>
          <p:cNvPr id="15" name="直接箭头连接符 23553"/>
          <p:cNvCxnSpPr/>
          <p:nvPr/>
        </p:nvCxnSpPr>
        <p:spPr>
          <a:xfrm>
            <a:off x="3422116" y="2118610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1194435"/>
            <a:ext cx="5179060" cy="531685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790" y="419735"/>
            <a:ext cx="5764530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lass objects (User-defined)</a:t>
            </a:r>
            <a:endParaRPr lang="en-US" sz="2400" dirty="0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575435"/>
            <a:ext cx="7524750" cy="44678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825" y="3631565"/>
            <a:ext cx="1924050" cy="1019175"/>
          </a:xfrm>
          <a:prstGeom prst="rect">
            <a:avLst/>
          </a:prstGeom>
        </p:spPr>
      </p:pic>
      <p:sp>
        <p:nvSpPr>
          <p:cNvPr id="14" name="图文框 1"/>
          <p:cNvSpPr/>
          <p:nvPr/>
        </p:nvSpPr>
        <p:spPr>
          <a:xfrm>
            <a:off x="80645" y="1514475"/>
            <a:ext cx="8006080" cy="4838700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图文框 1"/>
          <p:cNvSpPr/>
          <p:nvPr/>
        </p:nvSpPr>
        <p:spPr>
          <a:xfrm>
            <a:off x="9157970" y="3585845"/>
            <a:ext cx="2952750" cy="1110615"/>
          </a:xfrm>
          <a:prstGeom prst="frame">
            <a:avLst>
              <a:gd name="adj1" fmla="val 2254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2" name="Freeform 169"/>
          <p:cNvSpPr>
            <a:spLocks noEditPoints="1"/>
          </p:cNvSpPr>
          <p:nvPr/>
        </p:nvSpPr>
        <p:spPr bwMode="auto">
          <a:xfrm>
            <a:off x="8310880" y="3937000"/>
            <a:ext cx="622300" cy="408940"/>
          </a:xfrm>
          <a:custGeom>
            <a:avLst/>
            <a:gdLst/>
            <a:ahLst/>
            <a:cxnLst>
              <a:cxn ang="0">
                <a:pos x="87" y="200"/>
              </a:cxn>
              <a:cxn ang="0">
                <a:pos x="87" y="138"/>
              </a:cxn>
              <a:cxn ang="0">
                <a:pos x="0" y="138"/>
              </a:cxn>
              <a:cxn ang="0">
                <a:pos x="0" y="62"/>
              </a:cxn>
              <a:cxn ang="0">
                <a:pos x="87" y="62"/>
              </a:cxn>
              <a:cxn ang="0">
                <a:pos x="87" y="0"/>
              </a:cxn>
              <a:cxn ang="0">
                <a:pos x="186" y="100"/>
              </a:cxn>
              <a:cxn ang="0">
                <a:pos x="87" y="200"/>
              </a:cxn>
              <a:cxn ang="0">
                <a:pos x="11" y="127"/>
              </a:cxn>
              <a:cxn ang="0">
                <a:pos x="97" y="127"/>
              </a:cxn>
              <a:cxn ang="0">
                <a:pos x="97" y="173"/>
              </a:cxn>
              <a:cxn ang="0">
                <a:pos x="170" y="100"/>
              </a:cxn>
              <a:cxn ang="0">
                <a:pos x="97" y="27"/>
              </a:cxn>
              <a:cxn ang="0">
                <a:pos x="97" y="73"/>
              </a:cxn>
              <a:cxn ang="0">
                <a:pos x="11" y="73"/>
              </a:cxn>
              <a:cxn ang="0">
                <a:pos x="11" y="127"/>
              </a:cxn>
            </a:cxnLst>
            <a:rect l="0" t="0" r="r" b="b"/>
            <a:pathLst>
              <a:path w="186" h="200">
                <a:moveTo>
                  <a:pt x="87" y="200"/>
                </a:moveTo>
                <a:lnTo>
                  <a:pt x="87" y="138"/>
                </a:lnTo>
                <a:lnTo>
                  <a:pt x="0" y="138"/>
                </a:lnTo>
                <a:lnTo>
                  <a:pt x="0" y="62"/>
                </a:lnTo>
                <a:lnTo>
                  <a:pt x="87" y="62"/>
                </a:lnTo>
                <a:lnTo>
                  <a:pt x="87" y="0"/>
                </a:lnTo>
                <a:lnTo>
                  <a:pt x="186" y="100"/>
                </a:lnTo>
                <a:lnTo>
                  <a:pt x="87" y="200"/>
                </a:lnTo>
                <a:close/>
                <a:moveTo>
                  <a:pt x="11" y="127"/>
                </a:moveTo>
                <a:lnTo>
                  <a:pt x="97" y="127"/>
                </a:lnTo>
                <a:lnTo>
                  <a:pt x="97" y="173"/>
                </a:lnTo>
                <a:lnTo>
                  <a:pt x="170" y="100"/>
                </a:lnTo>
                <a:lnTo>
                  <a:pt x="97" y="27"/>
                </a:lnTo>
                <a:lnTo>
                  <a:pt x="97" y="73"/>
                </a:lnTo>
                <a:lnTo>
                  <a:pt x="11" y="73"/>
                </a:lnTo>
                <a:lnTo>
                  <a:pt x="11" y="127"/>
                </a:lnTo>
                <a:close/>
              </a:path>
            </a:pathLst>
          </a:custGeom>
          <a:solidFill>
            <a:srgbClr val="DAB96E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790" y="419735"/>
            <a:ext cx="5764530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lass objects (User-defined)</a:t>
            </a:r>
            <a:endParaRPr lang="en-US" sz="2400" dirty="0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" name="圆角矩形 1"/>
          <p:cNvSpPr/>
          <p:nvPr/>
        </p:nvSpPr>
        <p:spPr>
          <a:xfrm>
            <a:off x="858520" y="1069340"/>
            <a:ext cx="11286490" cy="5640705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19" name="直接箭头连接符 23553"/>
          <p:cNvCxnSpPr/>
          <p:nvPr/>
        </p:nvCxnSpPr>
        <p:spPr>
          <a:xfrm>
            <a:off x="1889861" y="2232275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cxnSp>
        <p:nvCxnSpPr>
          <p:cNvPr id="20" name="直接箭头连接符 102"/>
          <p:cNvCxnSpPr/>
          <p:nvPr/>
        </p:nvCxnSpPr>
        <p:spPr>
          <a:xfrm>
            <a:off x="1889861" y="2727884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sp>
        <p:nvSpPr>
          <p:cNvPr id="21" name="矩形 104"/>
          <p:cNvSpPr/>
          <p:nvPr/>
        </p:nvSpPr>
        <p:spPr>
          <a:xfrm>
            <a:off x="1793240" y="2255520"/>
            <a:ext cx="3865880" cy="420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135" dirty="0">
                <a:solidFill>
                  <a:srgbClr val="DAB96E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implements Comparator</a:t>
            </a:r>
          </a:p>
        </p:txBody>
      </p:sp>
      <p:sp>
        <p:nvSpPr>
          <p:cNvPr id="22" name="椭圆 2"/>
          <p:cNvSpPr/>
          <p:nvPr/>
        </p:nvSpPr>
        <p:spPr>
          <a:xfrm>
            <a:off x="326133" y="3215283"/>
            <a:ext cx="1066145" cy="1045797"/>
          </a:xfrm>
          <a:prstGeom prst="ellipse">
            <a:avLst/>
          </a:prstGeom>
          <a:solidFill>
            <a:srgbClr val="DAB96E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135">
              <a:solidFill>
                <a:srgbClr val="120E0D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" name="矩形 27"/>
          <p:cNvSpPr/>
          <p:nvPr/>
        </p:nvSpPr>
        <p:spPr>
          <a:xfrm>
            <a:off x="541705" y="3446396"/>
            <a:ext cx="635000" cy="5835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dirty="0">
                <a:solidFill>
                  <a:srgbClr val="120E0D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02</a:t>
            </a:r>
            <a:endParaRPr lang="zh-CN" altLang="en-US" sz="3200" dirty="0">
              <a:solidFill>
                <a:srgbClr val="120E0D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24" name="直接箭头连接符 23553"/>
          <p:cNvCxnSpPr/>
          <p:nvPr/>
        </p:nvCxnSpPr>
        <p:spPr>
          <a:xfrm>
            <a:off x="3717391" y="2232275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cxnSp>
        <p:nvCxnSpPr>
          <p:cNvPr id="25" name="直接箭头连接符 23553"/>
          <p:cNvCxnSpPr/>
          <p:nvPr/>
        </p:nvCxnSpPr>
        <p:spPr>
          <a:xfrm>
            <a:off x="3717391" y="2728210"/>
            <a:ext cx="1827428" cy="0"/>
          </a:xfrm>
          <a:prstGeom prst="straightConnector1">
            <a:avLst/>
          </a:prstGeom>
          <a:noFill/>
          <a:ln w="19050">
            <a:solidFill>
              <a:srgbClr val="DAB96E"/>
            </a:solidFill>
            <a:headEnd type="oval" w="med" len="med"/>
            <a:tailEnd type="oval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326BFC-B78B-0EE2-3852-B8883E6E5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073" y="1353619"/>
            <a:ext cx="5478145" cy="2748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9B1008-295D-9B66-F359-A2C2B64A7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05" y="4372546"/>
            <a:ext cx="6068060" cy="2178685"/>
          </a:xfrm>
          <a:prstGeom prst="rect">
            <a:avLst/>
          </a:prstGeom>
        </p:spPr>
      </p:pic>
      <p:sp>
        <p:nvSpPr>
          <p:cNvPr id="7" name="圆角矩形 1">
            <a:extLst>
              <a:ext uri="{FF2B5EF4-FFF2-40B4-BE49-F238E27FC236}">
                <a16:creationId xmlns:a16="http://schemas.microsoft.com/office/drawing/2014/main" id="{5917FA6E-2C66-88FF-AB93-41E2FD0E14B1}"/>
              </a:ext>
            </a:extLst>
          </p:cNvPr>
          <p:cNvSpPr/>
          <p:nvPr/>
        </p:nvSpPr>
        <p:spPr>
          <a:xfrm>
            <a:off x="1176705" y="4377119"/>
            <a:ext cx="6068060" cy="2146300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圆角矩形 1">
            <a:extLst>
              <a:ext uri="{FF2B5EF4-FFF2-40B4-BE49-F238E27FC236}">
                <a16:creationId xmlns:a16="http://schemas.microsoft.com/office/drawing/2014/main" id="{06021EC9-41DF-2451-3079-B198BB9B0B2F}"/>
              </a:ext>
            </a:extLst>
          </p:cNvPr>
          <p:cNvSpPr/>
          <p:nvPr/>
        </p:nvSpPr>
        <p:spPr>
          <a:xfrm>
            <a:off x="6383296" y="1263813"/>
            <a:ext cx="5501005" cy="2949919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文框 15"/>
          <p:cNvSpPr/>
          <p:nvPr/>
        </p:nvSpPr>
        <p:spPr>
          <a:xfrm>
            <a:off x="326682" y="272955"/>
            <a:ext cx="747189" cy="796432"/>
          </a:xfrm>
          <a:prstGeom prst="frame">
            <a:avLst>
              <a:gd name="adj1" fmla="val 8078"/>
            </a:avLst>
          </a:prstGeom>
          <a:solidFill>
            <a:srgbClr val="DAB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AB9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5790" y="419735"/>
            <a:ext cx="5764530" cy="460375"/>
          </a:xfrm>
          <a:prstGeom prst="rect">
            <a:avLst/>
          </a:prstGeom>
          <a:solidFill>
            <a:srgbClr val="120E0D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DAB96E"/>
                </a:solidFill>
                <a:latin typeface="造字工房悦黑体验版纤细体" pitchFamily="50" charset="-122"/>
                <a:ea typeface="造字工房悦黑体验版纤细体" pitchFamily="50" charset="-122"/>
                <a:sym typeface="+mn-ea"/>
              </a:rPr>
              <a:t>lass objects (User-defined)</a:t>
            </a:r>
            <a:endParaRPr lang="en-US" sz="2400" dirty="0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" y="1069340"/>
            <a:ext cx="6096000" cy="568769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4730"/>
            <a:ext cx="2686050" cy="2152650"/>
          </a:xfrm>
          <a:prstGeom prst="rect">
            <a:avLst/>
          </a:prstGeom>
        </p:spPr>
      </p:pic>
      <p:sp>
        <p:nvSpPr>
          <p:cNvPr id="34" name="圆角矩形 1"/>
          <p:cNvSpPr/>
          <p:nvPr/>
        </p:nvSpPr>
        <p:spPr>
          <a:xfrm>
            <a:off x="199390" y="1130935"/>
            <a:ext cx="6504305" cy="5626100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5" name="圆角矩形 1"/>
          <p:cNvSpPr/>
          <p:nvPr/>
        </p:nvSpPr>
        <p:spPr>
          <a:xfrm>
            <a:off x="7797800" y="2219960"/>
            <a:ext cx="4237990" cy="2282190"/>
          </a:xfrm>
          <a:prstGeom prst="roundRect">
            <a:avLst>
              <a:gd name="adj" fmla="val 3230"/>
            </a:avLst>
          </a:prstGeom>
          <a:noFill/>
          <a:ln w="19050">
            <a:solidFill>
              <a:srgbClr val="DAB96E"/>
            </a:solidFill>
          </a:ln>
        </p:spPr>
        <p:txBody>
          <a:bodyPr rtlCol="0" anchor="ctr"/>
          <a:lstStyle/>
          <a:p>
            <a:pPr algn="ctr"/>
            <a:endParaRPr lang="zh-CN" altLang="en-US" sz="2135">
              <a:solidFill>
                <a:srgbClr val="DAB96E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6" name="Freeform 169"/>
          <p:cNvSpPr>
            <a:spLocks noEditPoints="1"/>
          </p:cNvSpPr>
          <p:nvPr/>
        </p:nvSpPr>
        <p:spPr bwMode="auto">
          <a:xfrm>
            <a:off x="7040880" y="3224530"/>
            <a:ext cx="622300" cy="408940"/>
          </a:xfrm>
          <a:custGeom>
            <a:avLst/>
            <a:gdLst/>
            <a:ahLst/>
            <a:cxnLst>
              <a:cxn ang="0">
                <a:pos x="87" y="200"/>
              </a:cxn>
              <a:cxn ang="0">
                <a:pos x="87" y="138"/>
              </a:cxn>
              <a:cxn ang="0">
                <a:pos x="0" y="138"/>
              </a:cxn>
              <a:cxn ang="0">
                <a:pos x="0" y="62"/>
              </a:cxn>
              <a:cxn ang="0">
                <a:pos x="87" y="62"/>
              </a:cxn>
              <a:cxn ang="0">
                <a:pos x="87" y="0"/>
              </a:cxn>
              <a:cxn ang="0">
                <a:pos x="186" y="100"/>
              </a:cxn>
              <a:cxn ang="0">
                <a:pos x="87" y="200"/>
              </a:cxn>
              <a:cxn ang="0">
                <a:pos x="11" y="127"/>
              </a:cxn>
              <a:cxn ang="0">
                <a:pos x="97" y="127"/>
              </a:cxn>
              <a:cxn ang="0">
                <a:pos x="97" y="173"/>
              </a:cxn>
              <a:cxn ang="0">
                <a:pos x="170" y="100"/>
              </a:cxn>
              <a:cxn ang="0">
                <a:pos x="97" y="27"/>
              </a:cxn>
              <a:cxn ang="0">
                <a:pos x="97" y="73"/>
              </a:cxn>
              <a:cxn ang="0">
                <a:pos x="11" y="73"/>
              </a:cxn>
              <a:cxn ang="0">
                <a:pos x="11" y="127"/>
              </a:cxn>
            </a:cxnLst>
            <a:rect l="0" t="0" r="r" b="b"/>
            <a:pathLst>
              <a:path w="186" h="200">
                <a:moveTo>
                  <a:pt x="87" y="200"/>
                </a:moveTo>
                <a:lnTo>
                  <a:pt x="87" y="138"/>
                </a:lnTo>
                <a:lnTo>
                  <a:pt x="0" y="138"/>
                </a:lnTo>
                <a:lnTo>
                  <a:pt x="0" y="62"/>
                </a:lnTo>
                <a:lnTo>
                  <a:pt x="87" y="62"/>
                </a:lnTo>
                <a:lnTo>
                  <a:pt x="87" y="0"/>
                </a:lnTo>
                <a:lnTo>
                  <a:pt x="186" y="100"/>
                </a:lnTo>
                <a:lnTo>
                  <a:pt x="87" y="200"/>
                </a:lnTo>
                <a:close/>
                <a:moveTo>
                  <a:pt x="11" y="127"/>
                </a:moveTo>
                <a:lnTo>
                  <a:pt x="97" y="127"/>
                </a:lnTo>
                <a:lnTo>
                  <a:pt x="97" y="173"/>
                </a:lnTo>
                <a:lnTo>
                  <a:pt x="170" y="100"/>
                </a:lnTo>
                <a:lnTo>
                  <a:pt x="97" y="27"/>
                </a:lnTo>
                <a:lnTo>
                  <a:pt x="97" y="73"/>
                </a:lnTo>
                <a:lnTo>
                  <a:pt x="11" y="73"/>
                </a:lnTo>
                <a:lnTo>
                  <a:pt x="11" y="127"/>
                </a:lnTo>
                <a:close/>
              </a:path>
            </a:pathLst>
          </a:custGeom>
          <a:solidFill>
            <a:srgbClr val="DAB96E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/>
          </a:p>
        </p:txBody>
      </p:sp>
      <p:sp>
        <p:nvSpPr>
          <p:cNvPr id="38" name="Rounded Rectangle 37"/>
          <p:cNvSpPr/>
          <p:nvPr/>
        </p:nvSpPr>
        <p:spPr>
          <a:xfrm>
            <a:off x="1152525" y="3681095"/>
            <a:ext cx="3705225" cy="26670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1073785" y="5198745"/>
            <a:ext cx="3705225" cy="266700"/>
          </a:xfrm>
          <a:prstGeom prst="round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326682" y="272955"/>
            <a:ext cx="2742880" cy="796432"/>
            <a:chOff x="285738" y="245659"/>
            <a:chExt cx="2742880" cy="796432"/>
          </a:xfrm>
        </p:grpSpPr>
        <p:sp>
          <p:nvSpPr>
            <p:cNvPr id="37" name="图文框 36"/>
            <p:cNvSpPr/>
            <p:nvPr/>
          </p:nvSpPr>
          <p:spPr>
            <a:xfrm>
              <a:off x="285738" y="245659"/>
              <a:ext cx="747189" cy="796432"/>
            </a:xfrm>
            <a:prstGeom prst="frame">
              <a:avLst>
                <a:gd name="adj1" fmla="val 8078"/>
              </a:avLst>
            </a:prstGeom>
            <a:solidFill>
              <a:srgbClr val="DAB9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DAB96E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64884" y="392641"/>
              <a:ext cx="2463734" cy="461665"/>
            </a:xfrm>
            <a:prstGeom prst="rect">
              <a:avLst/>
            </a:prstGeom>
            <a:solidFill>
              <a:srgbClr val="120E0D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DAB96E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Title goes here</a:t>
              </a:r>
              <a:endParaRPr lang="zh-CN" altLang="en-US" sz="2400" dirty="0">
                <a:solidFill>
                  <a:srgbClr val="DAB96E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545" y="1577975"/>
            <a:ext cx="7369175" cy="435165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-368490" y="2183642"/>
            <a:ext cx="2906973" cy="3507474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>
            <a:stCxn id="3" idx="0"/>
          </p:cNvCxnSpPr>
          <p:nvPr/>
        </p:nvCxnSpPr>
        <p:spPr>
          <a:xfrm flipH="1">
            <a:off x="1487605" y="2183642"/>
            <a:ext cx="177421" cy="166502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487606" y="3848669"/>
            <a:ext cx="1050877" cy="184244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3" idx="2"/>
          </p:cNvCxnSpPr>
          <p:nvPr/>
        </p:nvCxnSpPr>
        <p:spPr>
          <a:xfrm>
            <a:off x="-368490" y="3643952"/>
            <a:ext cx="1856094" cy="20471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任意多边形 19"/>
          <p:cNvSpPr/>
          <p:nvPr/>
        </p:nvSpPr>
        <p:spPr>
          <a:xfrm rot="4861604">
            <a:off x="3683204" y="778255"/>
            <a:ext cx="588761" cy="668452"/>
          </a:xfrm>
          <a:custGeom>
            <a:avLst/>
            <a:gdLst>
              <a:gd name="connsiteX0" fmla="*/ 2033516 w 2906973"/>
              <a:gd name="connsiteY0" fmla="*/ 0 h 3507474"/>
              <a:gd name="connsiteX1" fmla="*/ 2906973 w 2906973"/>
              <a:gd name="connsiteY1" fmla="*/ 3507474 h 3507474"/>
              <a:gd name="connsiteX2" fmla="*/ 0 w 2906973"/>
              <a:gd name="connsiteY2" fmla="*/ 1460310 h 3507474"/>
              <a:gd name="connsiteX3" fmla="*/ 2033516 w 2906973"/>
              <a:gd name="connsiteY3" fmla="*/ 0 h 3507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6973" h="3507474">
                <a:moveTo>
                  <a:pt x="2033516" y="0"/>
                </a:moveTo>
                <a:lnTo>
                  <a:pt x="2906973" y="3507474"/>
                </a:lnTo>
                <a:lnTo>
                  <a:pt x="0" y="1460310"/>
                </a:lnTo>
                <a:lnTo>
                  <a:pt x="2033516" y="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20" idx="0"/>
          </p:cNvCxnSpPr>
          <p:nvPr/>
        </p:nvCxnSpPr>
        <p:spPr>
          <a:xfrm rot="4861604" flipH="1">
            <a:off x="4148556" y="1024728"/>
            <a:ext cx="35934" cy="317320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rot="4861604">
            <a:off x="3743764" y="1147323"/>
            <a:ext cx="212838" cy="35113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stCxn id="20" idx="2"/>
          </p:cNvCxnSpPr>
          <p:nvPr/>
        </p:nvCxnSpPr>
        <p:spPr>
          <a:xfrm rot="4861604">
            <a:off x="3808993" y="982177"/>
            <a:ext cx="375922" cy="3901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 23"/>
          <p:cNvSpPr/>
          <p:nvPr/>
        </p:nvSpPr>
        <p:spPr>
          <a:xfrm>
            <a:off x="10782300" y="5651500"/>
            <a:ext cx="844550" cy="863600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>
            <a:stCxn id="24" idx="2"/>
          </p:cNvCxnSpPr>
          <p:nvPr/>
        </p:nvCxnSpPr>
        <p:spPr>
          <a:xfrm flipH="1">
            <a:off x="11258550" y="5651500"/>
            <a:ext cx="304800" cy="479425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10782300" y="6130925"/>
            <a:ext cx="476250" cy="239712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1258550" y="6130925"/>
            <a:ext cx="365126" cy="3841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任意多边形 42"/>
          <p:cNvSpPr/>
          <p:nvPr/>
        </p:nvSpPr>
        <p:spPr>
          <a:xfrm>
            <a:off x="9201434" y="-532261"/>
            <a:ext cx="3359055" cy="3372505"/>
          </a:xfrm>
          <a:custGeom>
            <a:avLst/>
            <a:gdLst>
              <a:gd name="connsiteX0" fmla="*/ 0 w 844550"/>
              <a:gd name="connsiteY0" fmla="*/ 723900 h 863600"/>
              <a:gd name="connsiteX1" fmla="*/ 844550 w 844550"/>
              <a:gd name="connsiteY1" fmla="*/ 863600 h 863600"/>
              <a:gd name="connsiteX2" fmla="*/ 781050 w 844550"/>
              <a:gd name="connsiteY2" fmla="*/ 0 h 863600"/>
              <a:gd name="connsiteX3" fmla="*/ 0 w 844550"/>
              <a:gd name="connsiteY3" fmla="*/ 72390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4550" h="863600">
                <a:moveTo>
                  <a:pt x="0" y="723900"/>
                </a:moveTo>
                <a:lnTo>
                  <a:pt x="844550" y="863600"/>
                </a:lnTo>
                <a:lnTo>
                  <a:pt x="781050" y="0"/>
                </a:lnTo>
                <a:lnTo>
                  <a:pt x="0" y="723900"/>
                </a:lnTo>
                <a:close/>
              </a:path>
            </a:pathLst>
          </a:custGeom>
          <a:noFill/>
          <a:ln w="9525">
            <a:solidFill>
              <a:srgbClr val="DAB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stCxn id="43" idx="2"/>
          </p:cNvCxnSpPr>
          <p:nvPr/>
        </p:nvCxnSpPr>
        <p:spPr>
          <a:xfrm flipH="1">
            <a:off x="11095638" y="-532261"/>
            <a:ext cx="1212291" cy="1872236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9201434" y="1339975"/>
            <a:ext cx="1894204" cy="936116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 flipV="1">
            <a:off x="11095638" y="1339975"/>
            <a:ext cx="1452227" cy="1500277"/>
          </a:xfrm>
          <a:prstGeom prst="line">
            <a:avLst/>
          </a:prstGeom>
          <a:ln w="9525">
            <a:solidFill>
              <a:srgbClr val="DAB9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3277870" y="2726690"/>
            <a:ext cx="57219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rgbClr val="DAB96E"/>
                </a:solidFill>
                <a:latin typeface="方正兰亭粗黑简体" panose="02000000000000000000" pitchFamily="2" charset="-122"/>
                <a:ea typeface="方正兰亭粗黑简体" panose="02000000000000000000" pitchFamily="2" charset="-122"/>
              </a:rPr>
              <a:t>THANKS YOU FOR WATCHING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241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华文细黑</vt:lpstr>
      <vt:lpstr>Arial</vt:lpstr>
      <vt:lpstr>Calibri</vt:lpstr>
      <vt:lpstr>Calibri Light</vt:lpstr>
      <vt:lpstr>Impact</vt:lpstr>
      <vt:lpstr>方正兰亭粗黑简体</vt:lpstr>
      <vt:lpstr>造字工房悦黑体验版纤细体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SON Nguyen Van</cp:lastModifiedBy>
  <cp:revision>43</cp:revision>
  <dcterms:created xsi:type="dcterms:W3CDTF">2016-02-26T14:10:00Z</dcterms:created>
  <dcterms:modified xsi:type="dcterms:W3CDTF">2023-06-01T02:03:11Z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1033-11.2.0.8641</vt:lpwstr>
  </property>
</Properties>
</file>