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Montserrat"/>
      <p:regular r:id="rId27"/>
      <p:bold r:id="rId28"/>
      <p:italic r:id="rId29"/>
      <p:boldItalic r:id="rId30"/>
    </p:embeddedFont>
    <p:embeddedFont>
      <p:font typeface="Lato"/>
      <p:regular r:id="rId31"/>
      <p:bold r:id="rId32"/>
      <p:italic r:id="rId33"/>
      <p:boldItalic r:id="rId34"/>
    </p:embeddedFont>
    <p:embeddedFont>
      <p:font typeface="Inter"/>
      <p:regular r:id="rId35"/>
      <p:bold r:id="rId36"/>
      <p:italic r:id="rId37"/>
      <p:boldItalic r:id="rId38"/>
    </p:embeddedFont>
    <p:embeddedFont>
      <p:font typeface="Montserrat Black"/>
      <p:bold r:id="rId39"/>
      <p:boldItalic r:id="rId40"/>
    </p:embeddedFont>
    <p:embeddedFont>
      <p:font typeface="Space Grotesk SemiBol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lack-boldItalic.fntdata"/><Relationship Id="rId20" Type="http://schemas.openxmlformats.org/officeDocument/2006/relationships/slide" Target="slides/slide15.xml"/><Relationship Id="rId42" Type="http://schemas.openxmlformats.org/officeDocument/2006/relationships/font" Target="fonts/SpaceGroteskSemiBold-bold.fntdata"/><Relationship Id="rId41" Type="http://schemas.openxmlformats.org/officeDocument/2006/relationships/font" Target="fonts/SpaceGroteskSemiBold-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35" Type="http://schemas.openxmlformats.org/officeDocument/2006/relationships/font" Target="fonts/Inter-regular.fntdata"/><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37" Type="http://schemas.openxmlformats.org/officeDocument/2006/relationships/font" Target="fonts/Inter-italic.fntdata"/><Relationship Id="rId14" Type="http://schemas.openxmlformats.org/officeDocument/2006/relationships/slide" Target="slides/slide9.xml"/><Relationship Id="rId36" Type="http://schemas.openxmlformats.org/officeDocument/2006/relationships/font" Target="fonts/Inter-bold.fntdata"/><Relationship Id="rId17" Type="http://schemas.openxmlformats.org/officeDocument/2006/relationships/slide" Target="slides/slide12.xml"/><Relationship Id="rId39" Type="http://schemas.openxmlformats.org/officeDocument/2006/relationships/font" Target="fonts/MontserratBlack-bold.fntdata"/><Relationship Id="rId16" Type="http://schemas.openxmlformats.org/officeDocument/2006/relationships/slide" Target="slides/slide11.xml"/><Relationship Id="rId38" Type="http://schemas.openxmlformats.org/officeDocument/2006/relationships/font" Target="fonts/Inter-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SLIDES_API124428206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SLIDES_API124428206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6265298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26265298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SLIDES_API164096220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SLIDES_API164096220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SLIDES_API164096220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SLIDES_API164096220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17ff9d15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217ff9d15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17ff9d151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217ff9d15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217ff9d1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217ff9d1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217ff9d15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217ff9d15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217ff9d151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217ff9d151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217ff9d15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217ff9d15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19b9829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19b9829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19b9829b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219b9829b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219b9829b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219b9829b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19b9829b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219b9829b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219b9829b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219b9829b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SLIDES_API1640962205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SLIDES_API164096220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SLIDES_API164096220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SLIDES_API164096220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SLIDES_API1640962205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SLIDES_API1640962205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21b9923b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21b9923b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SLIDES_API1640962205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SLIDES_API1640962205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key metrics">
  <p:cSld name="TITLE_AND_BODY_1_2">
    <p:spTree>
      <p:nvGrpSpPr>
        <p:cNvPr id="130" name="Shape 130"/>
        <p:cNvGrpSpPr/>
        <p:nvPr/>
      </p:nvGrpSpPr>
      <p:grpSpPr>
        <a:xfrm>
          <a:off x="0" y="0"/>
          <a:ext cx="0" cy="0"/>
          <a:chOff x="0" y="0"/>
          <a:chExt cx="0" cy="0"/>
        </a:xfrm>
      </p:grpSpPr>
      <p:sp>
        <p:nvSpPr>
          <p:cNvPr id="131" name="Google Shape;131;p13"/>
          <p:cNvSpPr txBox="1"/>
          <p:nvPr>
            <p:ph type="title"/>
          </p:nvPr>
        </p:nvSpPr>
        <p:spPr>
          <a:xfrm>
            <a:off x="566250" y="445025"/>
            <a:ext cx="80115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Clr>
                <a:schemeClr val="dk2"/>
              </a:buClr>
              <a:buSzPts val="2800"/>
              <a:buNone/>
              <a:defRPr>
                <a:solidFill>
                  <a:schemeClr val="dk2"/>
                </a:solidFill>
              </a:defRPr>
            </a:lvl2pPr>
            <a:lvl3pPr lvl="2">
              <a:spcBef>
                <a:spcPts val="0"/>
              </a:spcBef>
              <a:spcAft>
                <a:spcPts val="0"/>
              </a:spcAft>
              <a:buClr>
                <a:schemeClr val="dk2"/>
              </a:buClr>
              <a:buSzPts val="2800"/>
              <a:buNone/>
              <a:defRPr>
                <a:solidFill>
                  <a:schemeClr val="dk2"/>
                </a:solidFill>
              </a:defRPr>
            </a:lvl3pPr>
            <a:lvl4pPr lvl="3">
              <a:spcBef>
                <a:spcPts val="0"/>
              </a:spcBef>
              <a:spcAft>
                <a:spcPts val="0"/>
              </a:spcAft>
              <a:buClr>
                <a:schemeClr val="dk2"/>
              </a:buClr>
              <a:buSzPts val="2800"/>
              <a:buNone/>
              <a:defRPr>
                <a:solidFill>
                  <a:schemeClr val="dk2"/>
                </a:solidFill>
              </a:defRPr>
            </a:lvl4pPr>
            <a:lvl5pPr lvl="4">
              <a:spcBef>
                <a:spcPts val="0"/>
              </a:spcBef>
              <a:spcAft>
                <a:spcPts val="0"/>
              </a:spcAft>
              <a:buClr>
                <a:schemeClr val="dk2"/>
              </a:buClr>
              <a:buSzPts val="2800"/>
              <a:buNone/>
              <a:defRPr>
                <a:solidFill>
                  <a:schemeClr val="dk2"/>
                </a:solidFill>
              </a:defRPr>
            </a:lvl5pPr>
            <a:lvl6pPr lvl="5">
              <a:spcBef>
                <a:spcPts val="0"/>
              </a:spcBef>
              <a:spcAft>
                <a:spcPts val="0"/>
              </a:spcAft>
              <a:buClr>
                <a:schemeClr val="dk2"/>
              </a:buClr>
              <a:buSzPts val="2800"/>
              <a:buNone/>
              <a:defRPr>
                <a:solidFill>
                  <a:schemeClr val="dk2"/>
                </a:solidFill>
              </a:defRPr>
            </a:lvl6pPr>
            <a:lvl7pPr lvl="6">
              <a:spcBef>
                <a:spcPts val="0"/>
              </a:spcBef>
              <a:spcAft>
                <a:spcPts val="0"/>
              </a:spcAft>
              <a:buClr>
                <a:schemeClr val="dk2"/>
              </a:buClr>
              <a:buSzPts val="2800"/>
              <a:buNone/>
              <a:defRPr>
                <a:solidFill>
                  <a:schemeClr val="dk2"/>
                </a:solidFill>
              </a:defRPr>
            </a:lvl7pPr>
            <a:lvl8pPr lvl="7">
              <a:spcBef>
                <a:spcPts val="0"/>
              </a:spcBef>
              <a:spcAft>
                <a:spcPts val="0"/>
              </a:spcAft>
              <a:buClr>
                <a:schemeClr val="dk2"/>
              </a:buClr>
              <a:buSzPts val="2800"/>
              <a:buNone/>
              <a:defRPr>
                <a:solidFill>
                  <a:schemeClr val="dk2"/>
                </a:solidFill>
              </a:defRPr>
            </a:lvl8pPr>
            <a:lvl9pPr lvl="8">
              <a:spcBef>
                <a:spcPts val="0"/>
              </a:spcBef>
              <a:spcAft>
                <a:spcPts val="0"/>
              </a:spcAft>
              <a:buClr>
                <a:schemeClr val="dk2"/>
              </a:buClr>
              <a:buSzPts val="2800"/>
              <a:buNone/>
              <a:defRPr>
                <a:solidFill>
                  <a:schemeClr val="dk2"/>
                </a:solidFill>
              </a:defRPr>
            </a:lvl9pPr>
          </a:lstStyle>
          <a:p/>
        </p:txBody>
      </p:sp>
      <p:sp>
        <p:nvSpPr>
          <p:cNvPr id="132" name="Google Shape;132;p13"/>
          <p:cNvSpPr txBox="1"/>
          <p:nvPr>
            <p:ph idx="12" type="sldNum"/>
          </p:nvPr>
        </p:nvSpPr>
        <p:spPr>
          <a:xfrm>
            <a:off x="80290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
        <p:nvSpPr>
          <p:cNvPr id="133" name="Google Shape;133;p13"/>
          <p:cNvSpPr txBox="1"/>
          <p:nvPr>
            <p:ph idx="1" type="body"/>
          </p:nvPr>
        </p:nvSpPr>
        <p:spPr>
          <a:xfrm>
            <a:off x="812325" y="2071200"/>
            <a:ext cx="2221500" cy="1739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4" name="Google Shape;134;p13"/>
          <p:cNvSpPr txBox="1"/>
          <p:nvPr>
            <p:ph idx="2" type="body"/>
          </p:nvPr>
        </p:nvSpPr>
        <p:spPr>
          <a:xfrm>
            <a:off x="3464701" y="2072750"/>
            <a:ext cx="2221500" cy="1739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5" name="Google Shape;135;p13"/>
          <p:cNvSpPr txBox="1"/>
          <p:nvPr>
            <p:ph idx="3" type="body"/>
          </p:nvPr>
        </p:nvSpPr>
        <p:spPr>
          <a:xfrm>
            <a:off x="6182751" y="2072750"/>
            <a:ext cx="2221500" cy="1739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6" name="Google Shape;136;p13"/>
          <p:cNvSpPr txBox="1"/>
          <p:nvPr>
            <p:ph idx="4" type="subTitle"/>
          </p:nvPr>
        </p:nvSpPr>
        <p:spPr>
          <a:xfrm>
            <a:off x="812325" y="1498800"/>
            <a:ext cx="2221500" cy="50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1200"/>
              <a:buNone/>
              <a:defRPr sz="1200">
                <a:solidFill>
                  <a:schemeClr val="accent5"/>
                </a:solidFill>
              </a:defRPr>
            </a:lvl1pPr>
            <a:lvl2pPr lvl="1">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2pPr>
            <a:lvl3pPr lvl="2">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3pPr>
            <a:lvl4pPr lvl="3">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4pPr>
            <a:lvl5pPr lvl="4">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5pPr>
            <a:lvl6pPr lvl="5">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6pPr>
            <a:lvl7pPr lvl="6">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7pPr>
            <a:lvl8pPr lvl="7">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8pPr>
            <a:lvl9pPr lvl="8">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9pPr>
          </a:lstStyle>
          <a:p/>
        </p:txBody>
      </p:sp>
      <p:sp>
        <p:nvSpPr>
          <p:cNvPr id="137" name="Google Shape;137;p13"/>
          <p:cNvSpPr txBox="1"/>
          <p:nvPr>
            <p:ph idx="5" type="subTitle"/>
          </p:nvPr>
        </p:nvSpPr>
        <p:spPr>
          <a:xfrm>
            <a:off x="3464688" y="1498800"/>
            <a:ext cx="2221500" cy="50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1200"/>
              <a:buNone/>
              <a:defRPr sz="1200">
                <a:solidFill>
                  <a:schemeClr val="accent5"/>
                </a:solidFill>
              </a:defRPr>
            </a:lvl1pPr>
            <a:lvl2pPr lvl="1">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2pPr>
            <a:lvl3pPr lvl="2">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3pPr>
            <a:lvl4pPr lvl="3">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4pPr>
            <a:lvl5pPr lvl="4">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5pPr>
            <a:lvl6pPr lvl="5">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6pPr>
            <a:lvl7pPr lvl="6">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7pPr>
            <a:lvl8pPr lvl="7">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8pPr>
            <a:lvl9pPr lvl="8">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9pPr>
          </a:lstStyle>
          <a:p/>
        </p:txBody>
      </p:sp>
      <p:sp>
        <p:nvSpPr>
          <p:cNvPr id="138" name="Google Shape;138;p13"/>
          <p:cNvSpPr txBox="1"/>
          <p:nvPr>
            <p:ph idx="6" type="subTitle"/>
          </p:nvPr>
        </p:nvSpPr>
        <p:spPr>
          <a:xfrm>
            <a:off x="6182738" y="1498800"/>
            <a:ext cx="2221500" cy="50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1200"/>
              <a:buNone/>
              <a:defRPr sz="1200">
                <a:solidFill>
                  <a:schemeClr val="accent5"/>
                </a:solidFill>
              </a:defRPr>
            </a:lvl1pPr>
            <a:lvl2pPr lvl="1">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2pPr>
            <a:lvl3pPr lvl="2">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3pPr>
            <a:lvl4pPr lvl="3">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4pPr>
            <a:lvl5pPr lvl="4">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5pPr>
            <a:lvl6pPr lvl="5">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6pPr>
            <a:lvl7pPr lvl="6">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7pPr>
            <a:lvl8pPr lvl="7">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8pPr>
            <a:lvl9pPr lvl="8">
              <a:spcBef>
                <a:spcPts val="0"/>
              </a:spcBef>
              <a:spcAft>
                <a:spcPts val="0"/>
              </a:spcAft>
              <a:buClr>
                <a:schemeClr val="accent5"/>
              </a:buClr>
              <a:buSzPts val="1200"/>
              <a:buFont typeface="Space Grotesk SemiBold"/>
              <a:buNone/>
              <a:defRPr b="0" sz="1200">
                <a:solidFill>
                  <a:schemeClr val="accent5"/>
                </a:solidFill>
                <a:latin typeface="Space Grotesk SemiBold"/>
                <a:ea typeface="Space Grotesk SemiBold"/>
                <a:cs typeface="Space Grotesk SemiBold"/>
                <a:sym typeface="Space Grotesk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3 columns-v3">
  <p:cSld name="TITLE_AND_BODY_1_1_2_1">
    <p:spTree>
      <p:nvGrpSpPr>
        <p:cNvPr id="139" name="Shape 139"/>
        <p:cNvGrpSpPr/>
        <p:nvPr/>
      </p:nvGrpSpPr>
      <p:grpSpPr>
        <a:xfrm>
          <a:off x="0" y="0"/>
          <a:ext cx="0" cy="0"/>
          <a:chOff x="0" y="0"/>
          <a:chExt cx="0" cy="0"/>
        </a:xfrm>
      </p:grpSpPr>
      <p:sp>
        <p:nvSpPr>
          <p:cNvPr id="140" name="Google Shape;140;p14"/>
          <p:cNvSpPr/>
          <p:nvPr/>
        </p:nvSpPr>
        <p:spPr>
          <a:xfrm flipH="1">
            <a:off x="3276925" y="1421275"/>
            <a:ext cx="27900" cy="2614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flipH="1">
            <a:off x="6005675" y="1421275"/>
            <a:ext cx="27900" cy="261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flipH="1">
            <a:off x="548108" y="1421275"/>
            <a:ext cx="27900" cy="2614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txBox="1"/>
          <p:nvPr>
            <p:ph type="title"/>
          </p:nvPr>
        </p:nvSpPr>
        <p:spPr>
          <a:xfrm>
            <a:off x="566250" y="445025"/>
            <a:ext cx="80115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Clr>
                <a:schemeClr val="dk2"/>
              </a:buClr>
              <a:buSzPts val="2800"/>
              <a:buNone/>
              <a:defRPr>
                <a:solidFill>
                  <a:schemeClr val="dk2"/>
                </a:solidFill>
              </a:defRPr>
            </a:lvl2pPr>
            <a:lvl3pPr lvl="2">
              <a:spcBef>
                <a:spcPts val="0"/>
              </a:spcBef>
              <a:spcAft>
                <a:spcPts val="0"/>
              </a:spcAft>
              <a:buClr>
                <a:schemeClr val="dk2"/>
              </a:buClr>
              <a:buSzPts val="2800"/>
              <a:buNone/>
              <a:defRPr>
                <a:solidFill>
                  <a:schemeClr val="dk2"/>
                </a:solidFill>
              </a:defRPr>
            </a:lvl3pPr>
            <a:lvl4pPr lvl="3">
              <a:spcBef>
                <a:spcPts val="0"/>
              </a:spcBef>
              <a:spcAft>
                <a:spcPts val="0"/>
              </a:spcAft>
              <a:buClr>
                <a:schemeClr val="dk2"/>
              </a:buClr>
              <a:buSzPts val="2800"/>
              <a:buNone/>
              <a:defRPr>
                <a:solidFill>
                  <a:schemeClr val="dk2"/>
                </a:solidFill>
              </a:defRPr>
            </a:lvl4pPr>
            <a:lvl5pPr lvl="4">
              <a:spcBef>
                <a:spcPts val="0"/>
              </a:spcBef>
              <a:spcAft>
                <a:spcPts val="0"/>
              </a:spcAft>
              <a:buClr>
                <a:schemeClr val="dk2"/>
              </a:buClr>
              <a:buSzPts val="2800"/>
              <a:buNone/>
              <a:defRPr>
                <a:solidFill>
                  <a:schemeClr val="dk2"/>
                </a:solidFill>
              </a:defRPr>
            </a:lvl5pPr>
            <a:lvl6pPr lvl="5">
              <a:spcBef>
                <a:spcPts val="0"/>
              </a:spcBef>
              <a:spcAft>
                <a:spcPts val="0"/>
              </a:spcAft>
              <a:buClr>
                <a:schemeClr val="dk2"/>
              </a:buClr>
              <a:buSzPts val="2800"/>
              <a:buNone/>
              <a:defRPr>
                <a:solidFill>
                  <a:schemeClr val="dk2"/>
                </a:solidFill>
              </a:defRPr>
            </a:lvl6pPr>
            <a:lvl7pPr lvl="6">
              <a:spcBef>
                <a:spcPts val="0"/>
              </a:spcBef>
              <a:spcAft>
                <a:spcPts val="0"/>
              </a:spcAft>
              <a:buClr>
                <a:schemeClr val="dk2"/>
              </a:buClr>
              <a:buSzPts val="2800"/>
              <a:buNone/>
              <a:defRPr>
                <a:solidFill>
                  <a:schemeClr val="dk2"/>
                </a:solidFill>
              </a:defRPr>
            </a:lvl7pPr>
            <a:lvl8pPr lvl="7">
              <a:spcBef>
                <a:spcPts val="0"/>
              </a:spcBef>
              <a:spcAft>
                <a:spcPts val="0"/>
              </a:spcAft>
              <a:buClr>
                <a:schemeClr val="dk2"/>
              </a:buClr>
              <a:buSzPts val="2800"/>
              <a:buNone/>
              <a:defRPr>
                <a:solidFill>
                  <a:schemeClr val="dk2"/>
                </a:solidFill>
              </a:defRPr>
            </a:lvl8pPr>
            <a:lvl9pPr lvl="8">
              <a:spcBef>
                <a:spcPts val="0"/>
              </a:spcBef>
              <a:spcAft>
                <a:spcPts val="0"/>
              </a:spcAft>
              <a:buClr>
                <a:schemeClr val="dk2"/>
              </a:buClr>
              <a:buSzPts val="2800"/>
              <a:buNone/>
              <a:defRPr>
                <a:solidFill>
                  <a:schemeClr val="dk2"/>
                </a:solidFill>
              </a:defRPr>
            </a:lvl9pPr>
          </a:lstStyle>
          <a:p/>
        </p:txBody>
      </p:sp>
      <p:sp>
        <p:nvSpPr>
          <p:cNvPr id="144" name="Google Shape;144;p14"/>
          <p:cNvSpPr txBox="1"/>
          <p:nvPr>
            <p:ph idx="12" type="sldNum"/>
          </p:nvPr>
        </p:nvSpPr>
        <p:spPr>
          <a:xfrm>
            <a:off x="8029045"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
        <p:nvSpPr>
          <p:cNvPr id="145" name="Google Shape;145;p14"/>
          <p:cNvSpPr txBox="1"/>
          <p:nvPr>
            <p:ph idx="1" type="subTitle"/>
          </p:nvPr>
        </p:nvSpPr>
        <p:spPr>
          <a:xfrm>
            <a:off x="699750" y="1354460"/>
            <a:ext cx="2208900" cy="572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1pPr>
            <a:lvl2pPr lvl="1">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2pPr>
            <a:lvl3pPr lvl="2">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3pPr>
            <a:lvl4pPr lvl="3">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4pPr>
            <a:lvl5pPr lvl="4">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5pPr>
            <a:lvl6pPr lvl="5">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6pPr>
            <a:lvl7pPr lvl="6">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7pPr>
            <a:lvl8pPr lvl="7">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8pPr>
            <a:lvl9pPr lvl="8">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9pPr>
          </a:lstStyle>
          <a:p/>
        </p:txBody>
      </p:sp>
      <p:sp>
        <p:nvSpPr>
          <p:cNvPr id="146" name="Google Shape;146;p14"/>
          <p:cNvSpPr txBox="1"/>
          <p:nvPr>
            <p:ph idx="2" type="subTitle"/>
          </p:nvPr>
        </p:nvSpPr>
        <p:spPr>
          <a:xfrm>
            <a:off x="3428483" y="1354460"/>
            <a:ext cx="2208900" cy="572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1pPr>
            <a:lvl2pPr lvl="1">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2pPr>
            <a:lvl3pPr lvl="2">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3pPr>
            <a:lvl4pPr lvl="3">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4pPr>
            <a:lvl5pPr lvl="4">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5pPr>
            <a:lvl6pPr lvl="5">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6pPr>
            <a:lvl7pPr lvl="6">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7pPr>
            <a:lvl8pPr lvl="7">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8pPr>
            <a:lvl9pPr lvl="8">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9pPr>
          </a:lstStyle>
          <a:p/>
        </p:txBody>
      </p:sp>
      <p:sp>
        <p:nvSpPr>
          <p:cNvPr id="147" name="Google Shape;147;p14"/>
          <p:cNvSpPr txBox="1"/>
          <p:nvPr>
            <p:ph idx="3" type="subTitle"/>
          </p:nvPr>
        </p:nvSpPr>
        <p:spPr>
          <a:xfrm>
            <a:off x="6157229" y="1354460"/>
            <a:ext cx="2208900" cy="572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1pPr>
            <a:lvl2pPr lvl="1">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2pPr>
            <a:lvl3pPr lvl="2">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3pPr>
            <a:lvl4pPr lvl="3">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4pPr>
            <a:lvl5pPr lvl="4">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5pPr>
            <a:lvl6pPr lvl="5">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6pPr>
            <a:lvl7pPr lvl="6">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7pPr>
            <a:lvl8pPr lvl="7">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8pPr>
            <a:lvl9pPr lvl="8">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9pPr>
          </a:lstStyle>
          <a:p/>
        </p:txBody>
      </p:sp>
      <p:sp>
        <p:nvSpPr>
          <p:cNvPr id="148" name="Google Shape;148;p14"/>
          <p:cNvSpPr txBox="1"/>
          <p:nvPr>
            <p:ph idx="4" type="body"/>
          </p:nvPr>
        </p:nvSpPr>
        <p:spPr>
          <a:xfrm>
            <a:off x="699750" y="1925400"/>
            <a:ext cx="2208900" cy="21108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9" name="Google Shape;149;p14"/>
          <p:cNvSpPr txBox="1"/>
          <p:nvPr>
            <p:ph idx="5" type="body"/>
          </p:nvPr>
        </p:nvSpPr>
        <p:spPr>
          <a:xfrm>
            <a:off x="3428483" y="1925400"/>
            <a:ext cx="2208900" cy="21108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50" name="Google Shape;150;p14"/>
          <p:cNvSpPr txBox="1"/>
          <p:nvPr>
            <p:ph idx="6" type="body"/>
          </p:nvPr>
        </p:nvSpPr>
        <p:spPr>
          <a:xfrm>
            <a:off x="6157229" y="1925400"/>
            <a:ext cx="2208900" cy="21108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extLst>
    <p:ext uri="{DCECCB84-F9BA-43D5-87BE-67443E8EF086}">
      <p15:sldGuideLst>
        <p15:guide id="1" orient="horz" pos="85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Bullet Points v1 No Image">
  <p:cSld name="TITLE_AND_BODY_1_3">
    <p:spTree>
      <p:nvGrpSpPr>
        <p:cNvPr id="151" name="Shape 151"/>
        <p:cNvGrpSpPr/>
        <p:nvPr/>
      </p:nvGrpSpPr>
      <p:grpSpPr>
        <a:xfrm>
          <a:off x="0" y="0"/>
          <a:ext cx="0" cy="0"/>
          <a:chOff x="0" y="0"/>
          <a:chExt cx="0" cy="0"/>
        </a:xfrm>
      </p:grpSpPr>
      <p:sp>
        <p:nvSpPr>
          <p:cNvPr id="152" name="Google Shape;152;p15"/>
          <p:cNvSpPr/>
          <p:nvPr/>
        </p:nvSpPr>
        <p:spPr>
          <a:xfrm>
            <a:off x="0" y="0"/>
            <a:ext cx="9144000" cy="94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txBox="1"/>
          <p:nvPr>
            <p:ph type="title"/>
          </p:nvPr>
        </p:nvSpPr>
        <p:spPr>
          <a:xfrm>
            <a:off x="566250" y="293700"/>
            <a:ext cx="8011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 name="Google Shape;154;p15"/>
          <p:cNvSpPr txBox="1"/>
          <p:nvPr>
            <p:ph idx="1" type="body"/>
          </p:nvPr>
        </p:nvSpPr>
        <p:spPr>
          <a:xfrm>
            <a:off x="566250" y="920075"/>
            <a:ext cx="7777200" cy="27393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55" name="Google Shape;155;p15"/>
          <p:cNvSpPr/>
          <p:nvPr/>
        </p:nvSpPr>
        <p:spPr>
          <a:xfrm>
            <a:off x="0" y="0"/>
            <a:ext cx="9144000" cy="54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2 columns v3">
  <p:cSld name="TITLE_AND_BODY_1_1_2_2">
    <p:spTree>
      <p:nvGrpSpPr>
        <p:cNvPr id="156" name="Shape 156"/>
        <p:cNvGrpSpPr/>
        <p:nvPr/>
      </p:nvGrpSpPr>
      <p:grpSpPr>
        <a:xfrm>
          <a:off x="0" y="0"/>
          <a:ext cx="0" cy="0"/>
          <a:chOff x="0" y="0"/>
          <a:chExt cx="0" cy="0"/>
        </a:xfrm>
      </p:grpSpPr>
      <p:sp>
        <p:nvSpPr>
          <p:cNvPr id="157" name="Google Shape;157;p16"/>
          <p:cNvSpPr txBox="1"/>
          <p:nvPr>
            <p:ph type="title"/>
          </p:nvPr>
        </p:nvSpPr>
        <p:spPr>
          <a:xfrm>
            <a:off x="566250" y="445025"/>
            <a:ext cx="80115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Clr>
                <a:schemeClr val="dk2"/>
              </a:buClr>
              <a:buSzPts val="2800"/>
              <a:buNone/>
              <a:defRPr>
                <a:solidFill>
                  <a:schemeClr val="dk2"/>
                </a:solidFill>
              </a:defRPr>
            </a:lvl2pPr>
            <a:lvl3pPr lvl="2">
              <a:spcBef>
                <a:spcPts val="0"/>
              </a:spcBef>
              <a:spcAft>
                <a:spcPts val="0"/>
              </a:spcAft>
              <a:buClr>
                <a:schemeClr val="dk2"/>
              </a:buClr>
              <a:buSzPts val="2800"/>
              <a:buNone/>
              <a:defRPr>
                <a:solidFill>
                  <a:schemeClr val="dk2"/>
                </a:solidFill>
              </a:defRPr>
            </a:lvl3pPr>
            <a:lvl4pPr lvl="3">
              <a:spcBef>
                <a:spcPts val="0"/>
              </a:spcBef>
              <a:spcAft>
                <a:spcPts val="0"/>
              </a:spcAft>
              <a:buClr>
                <a:schemeClr val="dk2"/>
              </a:buClr>
              <a:buSzPts val="2800"/>
              <a:buNone/>
              <a:defRPr>
                <a:solidFill>
                  <a:schemeClr val="dk2"/>
                </a:solidFill>
              </a:defRPr>
            </a:lvl4pPr>
            <a:lvl5pPr lvl="4">
              <a:spcBef>
                <a:spcPts val="0"/>
              </a:spcBef>
              <a:spcAft>
                <a:spcPts val="0"/>
              </a:spcAft>
              <a:buClr>
                <a:schemeClr val="dk2"/>
              </a:buClr>
              <a:buSzPts val="2800"/>
              <a:buNone/>
              <a:defRPr>
                <a:solidFill>
                  <a:schemeClr val="dk2"/>
                </a:solidFill>
              </a:defRPr>
            </a:lvl5pPr>
            <a:lvl6pPr lvl="5">
              <a:spcBef>
                <a:spcPts val="0"/>
              </a:spcBef>
              <a:spcAft>
                <a:spcPts val="0"/>
              </a:spcAft>
              <a:buClr>
                <a:schemeClr val="dk2"/>
              </a:buClr>
              <a:buSzPts val="2800"/>
              <a:buNone/>
              <a:defRPr>
                <a:solidFill>
                  <a:schemeClr val="dk2"/>
                </a:solidFill>
              </a:defRPr>
            </a:lvl6pPr>
            <a:lvl7pPr lvl="6">
              <a:spcBef>
                <a:spcPts val="0"/>
              </a:spcBef>
              <a:spcAft>
                <a:spcPts val="0"/>
              </a:spcAft>
              <a:buClr>
                <a:schemeClr val="dk2"/>
              </a:buClr>
              <a:buSzPts val="2800"/>
              <a:buNone/>
              <a:defRPr>
                <a:solidFill>
                  <a:schemeClr val="dk2"/>
                </a:solidFill>
              </a:defRPr>
            </a:lvl7pPr>
            <a:lvl8pPr lvl="7">
              <a:spcBef>
                <a:spcPts val="0"/>
              </a:spcBef>
              <a:spcAft>
                <a:spcPts val="0"/>
              </a:spcAft>
              <a:buClr>
                <a:schemeClr val="dk2"/>
              </a:buClr>
              <a:buSzPts val="2800"/>
              <a:buNone/>
              <a:defRPr>
                <a:solidFill>
                  <a:schemeClr val="dk2"/>
                </a:solidFill>
              </a:defRPr>
            </a:lvl8pPr>
            <a:lvl9pPr lvl="8">
              <a:spcBef>
                <a:spcPts val="0"/>
              </a:spcBef>
              <a:spcAft>
                <a:spcPts val="0"/>
              </a:spcAft>
              <a:buClr>
                <a:schemeClr val="dk2"/>
              </a:buClr>
              <a:buSzPts val="2800"/>
              <a:buNone/>
              <a:defRPr>
                <a:solidFill>
                  <a:schemeClr val="dk2"/>
                </a:solidFill>
              </a:defRPr>
            </a:lvl9pPr>
          </a:lstStyle>
          <a:p/>
        </p:txBody>
      </p:sp>
      <p:sp>
        <p:nvSpPr>
          <p:cNvPr id="158" name="Google Shape;158;p16"/>
          <p:cNvSpPr txBox="1"/>
          <p:nvPr>
            <p:ph idx="12" type="sldNum"/>
          </p:nvPr>
        </p:nvSpPr>
        <p:spPr>
          <a:xfrm>
            <a:off x="80290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
        <p:nvSpPr>
          <p:cNvPr id="159" name="Google Shape;159;p16"/>
          <p:cNvSpPr txBox="1"/>
          <p:nvPr>
            <p:ph idx="1" type="body"/>
          </p:nvPr>
        </p:nvSpPr>
        <p:spPr>
          <a:xfrm>
            <a:off x="566250" y="1899000"/>
            <a:ext cx="3243300" cy="2365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0" name="Google Shape;160;p16"/>
          <p:cNvSpPr txBox="1"/>
          <p:nvPr>
            <p:ph idx="2" type="body"/>
          </p:nvPr>
        </p:nvSpPr>
        <p:spPr>
          <a:xfrm>
            <a:off x="5226525" y="1899000"/>
            <a:ext cx="3243300" cy="2365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1" name="Google Shape;161;p16"/>
          <p:cNvSpPr txBox="1"/>
          <p:nvPr>
            <p:ph idx="3" type="subTitle"/>
          </p:nvPr>
        </p:nvSpPr>
        <p:spPr>
          <a:xfrm>
            <a:off x="566250" y="1406475"/>
            <a:ext cx="3243300" cy="447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1pPr>
            <a:lvl2pPr lvl="1">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2pPr>
            <a:lvl3pPr lvl="2">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3pPr>
            <a:lvl4pPr lvl="3">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4pPr>
            <a:lvl5pPr lvl="4">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5pPr>
            <a:lvl6pPr lvl="5">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6pPr>
            <a:lvl7pPr lvl="6">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7pPr>
            <a:lvl8pPr lvl="7">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8pPr>
            <a:lvl9pPr lvl="8">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9pPr>
          </a:lstStyle>
          <a:p/>
        </p:txBody>
      </p:sp>
      <p:sp>
        <p:nvSpPr>
          <p:cNvPr id="162" name="Google Shape;162;p16"/>
          <p:cNvSpPr txBox="1"/>
          <p:nvPr>
            <p:ph idx="4" type="subTitle"/>
          </p:nvPr>
        </p:nvSpPr>
        <p:spPr>
          <a:xfrm>
            <a:off x="5226525" y="1382475"/>
            <a:ext cx="3243300" cy="47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1pPr>
            <a:lvl2pPr lvl="1">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2pPr>
            <a:lvl3pPr lvl="2">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3pPr>
            <a:lvl4pPr lvl="3">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4pPr>
            <a:lvl5pPr lvl="4">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5pPr>
            <a:lvl6pPr lvl="5">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6pPr>
            <a:lvl7pPr lvl="6">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7pPr>
            <a:lvl8pPr lvl="7">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8pPr>
            <a:lvl9pPr lvl="8">
              <a:lnSpc>
                <a:spcPct val="100000"/>
              </a:lnSpc>
              <a:spcBef>
                <a:spcPts val="0"/>
              </a:spcBef>
              <a:spcAft>
                <a:spcPts val="0"/>
              </a:spcAft>
              <a:buSzPts val="1200"/>
              <a:buFont typeface="Space Grotesk SemiBold"/>
              <a:buNone/>
              <a:defRPr sz="1200">
                <a:latin typeface="Space Grotesk SemiBold"/>
                <a:ea typeface="Space Grotesk SemiBold"/>
                <a:cs typeface="Space Grotesk SemiBold"/>
                <a:sym typeface="Space Grotesk SemiBold"/>
              </a:defRPr>
            </a:lvl9pPr>
          </a:lstStyle>
          <a:p/>
        </p:txBody>
      </p:sp>
    </p:spTree>
  </p:cSld>
  <p:clrMapOvr>
    <a:masterClrMapping/>
  </p:clrMapOvr>
  <p:extLst>
    <p:ext uri="{DCECCB84-F9BA-43D5-87BE-67443E8EF086}">
      <p15:sldGuideLst>
        <p15:guide id="1" orient="horz" pos="1473">
          <p15:clr>
            <a:srgbClr val="E46962"/>
          </p15:clr>
        </p15:guide>
        <p15:guide id="2" orient="horz" pos="2689">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slide - v1">
  <p:cSld name="CUSTOM_16">
    <p:spTree>
      <p:nvGrpSpPr>
        <p:cNvPr id="163" name="Shape 163"/>
        <p:cNvGrpSpPr/>
        <p:nvPr/>
      </p:nvGrpSpPr>
      <p:grpSpPr>
        <a:xfrm>
          <a:off x="0" y="0"/>
          <a:ext cx="0" cy="0"/>
          <a:chOff x="0" y="0"/>
          <a:chExt cx="0" cy="0"/>
        </a:xfrm>
      </p:grpSpPr>
      <p:sp>
        <p:nvSpPr>
          <p:cNvPr id="164" name="Google Shape;164;p17"/>
          <p:cNvSpPr/>
          <p:nvPr/>
        </p:nvSpPr>
        <p:spPr>
          <a:xfrm>
            <a:off x="581025" y="1857300"/>
            <a:ext cx="8011500" cy="200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txBox="1"/>
          <p:nvPr>
            <p:ph type="title"/>
          </p:nvPr>
        </p:nvSpPr>
        <p:spPr>
          <a:xfrm>
            <a:off x="581025" y="3114750"/>
            <a:ext cx="3224700" cy="98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atin typeface="Inter"/>
                <a:ea typeface="Inter"/>
                <a:cs typeface="Inter"/>
                <a:sym typeface="Inter"/>
              </a:defRPr>
            </a:lvl2pPr>
            <a:lvl3pPr lvl="2">
              <a:spcBef>
                <a:spcPts val="0"/>
              </a:spcBef>
              <a:spcAft>
                <a:spcPts val="0"/>
              </a:spcAft>
              <a:buSzPts val="2800"/>
              <a:buNone/>
              <a:defRPr>
                <a:latin typeface="Inter"/>
                <a:ea typeface="Inter"/>
                <a:cs typeface="Inter"/>
                <a:sym typeface="Inter"/>
              </a:defRPr>
            </a:lvl3pPr>
            <a:lvl4pPr lvl="3">
              <a:spcBef>
                <a:spcPts val="0"/>
              </a:spcBef>
              <a:spcAft>
                <a:spcPts val="0"/>
              </a:spcAft>
              <a:buSzPts val="2800"/>
              <a:buNone/>
              <a:defRPr>
                <a:latin typeface="Inter"/>
                <a:ea typeface="Inter"/>
                <a:cs typeface="Inter"/>
                <a:sym typeface="Inter"/>
              </a:defRPr>
            </a:lvl4pPr>
            <a:lvl5pPr lvl="4">
              <a:spcBef>
                <a:spcPts val="0"/>
              </a:spcBef>
              <a:spcAft>
                <a:spcPts val="0"/>
              </a:spcAft>
              <a:buSzPts val="2800"/>
              <a:buNone/>
              <a:defRPr>
                <a:latin typeface="Inter"/>
                <a:ea typeface="Inter"/>
                <a:cs typeface="Inter"/>
                <a:sym typeface="Inter"/>
              </a:defRPr>
            </a:lvl5pPr>
            <a:lvl6pPr lvl="5">
              <a:spcBef>
                <a:spcPts val="0"/>
              </a:spcBef>
              <a:spcAft>
                <a:spcPts val="0"/>
              </a:spcAft>
              <a:buSzPts val="2800"/>
              <a:buNone/>
              <a:defRPr>
                <a:latin typeface="Inter"/>
                <a:ea typeface="Inter"/>
                <a:cs typeface="Inter"/>
                <a:sym typeface="Inter"/>
              </a:defRPr>
            </a:lvl6pPr>
            <a:lvl7pPr lvl="6">
              <a:spcBef>
                <a:spcPts val="0"/>
              </a:spcBef>
              <a:spcAft>
                <a:spcPts val="0"/>
              </a:spcAft>
              <a:buSzPts val="2800"/>
              <a:buNone/>
              <a:defRPr>
                <a:latin typeface="Inter"/>
                <a:ea typeface="Inter"/>
                <a:cs typeface="Inter"/>
                <a:sym typeface="Inter"/>
              </a:defRPr>
            </a:lvl7pPr>
            <a:lvl8pPr lvl="7">
              <a:spcBef>
                <a:spcPts val="0"/>
              </a:spcBef>
              <a:spcAft>
                <a:spcPts val="0"/>
              </a:spcAft>
              <a:buSzPts val="2800"/>
              <a:buNone/>
              <a:defRPr>
                <a:latin typeface="Inter"/>
                <a:ea typeface="Inter"/>
                <a:cs typeface="Inter"/>
                <a:sym typeface="Inter"/>
              </a:defRPr>
            </a:lvl8pPr>
            <a:lvl9pPr lvl="8">
              <a:spcBef>
                <a:spcPts val="0"/>
              </a:spcBef>
              <a:spcAft>
                <a:spcPts val="0"/>
              </a:spcAft>
              <a:buSzPts val="2800"/>
              <a:buNone/>
              <a:defRPr>
                <a:latin typeface="Inter"/>
                <a:ea typeface="Inter"/>
                <a:cs typeface="Inter"/>
                <a:sym typeface="Inter"/>
              </a:defRPr>
            </a:lvl9pPr>
          </a:lstStyle>
          <a:p/>
        </p:txBody>
      </p:sp>
      <p:sp>
        <p:nvSpPr>
          <p:cNvPr id="166" name="Google Shape;166;p17"/>
          <p:cNvSpPr/>
          <p:nvPr>
            <p:ph idx="2" type="pic"/>
          </p:nvPr>
        </p:nvSpPr>
        <p:spPr>
          <a:xfrm>
            <a:off x="0" y="0"/>
            <a:ext cx="9144000" cy="1857300"/>
          </a:xfrm>
          <a:prstGeom prst="rect">
            <a:avLst/>
          </a:prstGeom>
          <a:noFill/>
          <a:ln>
            <a:noFill/>
          </a:ln>
        </p:spPr>
      </p:sp>
      <p:sp>
        <p:nvSpPr>
          <p:cNvPr id="167" name="Google Shape;167;p17"/>
          <p:cNvSpPr txBox="1"/>
          <p:nvPr>
            <p:ph idx="1" type="body"/>
          </p:nvPr>
        </p:nvSpPr>
        <p:spPr>
          <a:xfrm>
            <a:off x="4347675" y="2838575"/>
            <a:ext cx="4230000" cy="428700"/>
          </a:xfrm>
          <a:prstGeom prst="rect">
            <a:avLst/>
          </a:prstGeom>
        </p:spPr>
        <p:txBody>
          <a:bodyPr anchorCtr="0" anchor="ctr" bIns="91425" lIns="0"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cxnSp>
        <p:nvCxnSpPr>
          <p:cNvPr id="168" name="Google Shape;168;p17"/>
          <p:cNvCxnSpPr/>
          <p:nvPr/>
        </p:nvCxnSpPr>
        <p:spPr>
          <a:xfrm>
            <a:off x="4076700" y="2390775"/>
            <a:ext cx="0" cy="2533800"/>
          </a:xfrm>
          <a:prstGeom prst="straightConnector1">
            <a:avLst/>
          </a:prstGeom>
          <a:noFill/>
          <a:ln cap="flat" cmpd="sng" w="19050">
            <a:solidFill>
              <a:schemeClr val="accent5"/>
            </a:solidFill>
            <a:prstDash val="solid"/>
            <a:round/>
            <a:headEnd len="med" w="med" type="none"/>
            <a:tailEnd len="med" w="med" type="none"/>
          </a:ln>
        </p:spPr>
      </p:cxnSp>
      <p:sp>
        <p:nvSpPr>
          <p:cNvPr id="169" name="Google Shape;169;p17"/>
          <p:cNvSpPr txBox="1"/>
          <p:nvPr>
            <p:ph idx="3" type="body"/>
          </p:nvPr>
        </p:nvSpPr>
        <p:spPr>
          <a:xfrm>
            <a:off x="4347675" y="3667225"/>
            <a:ext cx="4230000" cy="428700"/>
          </a:xfrm>
          <a:prstGeom prst="rect">
            <a:avLst/>
          </a:prstGeom>
        </p:spPr>
        <p:txBody>
          <a:bodyPr anchorCtr="0" anchor="ctr" bIns="91425" lIns="0"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0" name="Google Shape;170;p17"/>
          <p:cNvSpPr txBox="1"/>
          <p:nvPr>
            <p:ph idx="4" type="body"/>
          </p:nvPr>
        </p:nvSpPr>
        <p:spPr>
          <a:xfrm>
            <a:off x="4347675" y="4495875"/>
            <a:ext cx="4230000" cy="428700"/>
          </a:xfrm>
          <a:prstGeom prst="rect">
            <a:avLst/>
          </a:prstGeom>
        </p:spPr>
        <p:txBody>
          <a:bodyPr anchorCtr="0" anchor="ctr" bIns="91425" lIns="0"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1" name="Google Shape;171;p17"/>
          <p:cNvSpPr txBox="1"/>
          <p:nvPr/>
        </p:nvSpPr>
        <p:spPr>
          <a:xfrm>
            <a:off x="4347675" y="2438375"/>
            <a:ext cx="4082700" cy="352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vi">
                <a:solidFill>
                  <a:schemeClr val="accent5"/>
                </a:solidFill>
                <a:latin typeface="Space Grotesk SemiBold"/>
                <a:ea typeface="Space Grotesk SemiBold"/>
                <a:cs typeface="Space Grotesk SemiBold"/>
                <a:sym typeface="Space Grotesk SemiBold"/>
              </a:rPr>
              <a:t>Number</a:t>
            </a:r>
            <a:endParaRPr>
              <a:solidFill>
                <a:schemeClr val="accent5"/>
              </a:solidFill>
              <a:latin typeface="Space Grotesk SemiBold"/>
              <a:ea typeface="Space Grotesk SemiBold"/>
              <a:cs typeface="Space Grotesk SemiBold"/>
              <a:sym typeface="Space Grotesk SemiBold"/>
            </a:endParaRPr>
          </a:p>
        </p:txBody>
      </p:sp>
      <p:sp>
        <p:nvSpPr>
          <p:cNvPr id="172" name="Google Shape;172;p17"/>
          <p:cNvSpPr txBox="1"/>
          <p:nvPr/>
        </p:nvSpPr>
        <p:spPr>
          <a:xfrm>
            <a:off x="4347675" y="3286200"/>
            <a:ext cx="4082700" cy="352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vi">
                <a:solidFill>
                  <a:schemeClr val="accent5"/>
                </a:solidFill>
                <a:latin typeface="Space Grotesk SemiBold"/>
                <a:ea typeface="Space Grotesk SemiBold"/>
                <a:cs typeface="Space Grotesk SemiBold"/>
                <a:sym typeface="Space Grotesk SemiBold"/>
              </a:rPr>
              <a:t>Email</a:t>
            </a:r>
            <a:endParaRPr>
              <a:solidFill>
                <a:schemeClr val="accent5"/>
              </a:solidFill>
              <a:latin typeface="Space Grotesk SemiBold"/>
              <a:ea typeface="Space Grotesk SemiBold"/>
              <a:cs typeface="Space Grotesk SemiBold"/>
              <a:sym typeface="Space Grotesk SemiBold"/>
            </a:endParaRPr>
          </a:p>
        </p:txBody>
      </p:sp>
      <p:sp>
        <p:nvSpPr>
          <p:cNvPr id="173" name="Google Shape;173;p17"/>
          <p:cNvSpPr txBox="1"/>
          <p:nvPr/>
        </p:nvSpPr>
        <p:spPr>
          <a:xfrm>
            <a:off x="4347675" y="4114875"/>
            <a:ext cx="4082700" cy="352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vi">
                <a:solidFill>
                  <a:schemeClr val="accent5"/>
                </a:solidFill>
                <a:latin typeface="Space Grotesk SemiBold"/>
                <a:ea typeface="Space Grotesk SemiBold"/>
                <a:cs typeface="Space Grotesk SemiBold"/>
                <a:sym typeface="Space Grotesk SemiBold"/>
              </a:rPr>
              <a:t>Site Link</a:t>
            </a:r>
            <a:endParaRPr>
              <a:solidFill>
                <a:schemeClr val="accent5"/>
              </a:solidFill>
              <a:latin typeface="Space Grotesk SemiBold"/>
              <a:ea typeface="Space Grotesk SemiBold"/>
              <a:cs typeface="Space Grotesk SemiBold"/>
              <a:sym typeface="Space Grotesk SemiBold"/>
            </a:endParaRPr>
          </a:p>
        </p:txBody>
      </p:sp>
    </p:spTree>
  </p:cSld>
  <p:clrMapOvr>
    <a:masterClrMapping/>
  </p:clrMapOvr>
  <p:extLst>
    <p:ext uri="{DCECCB84-F9BA-43D5-87BE-67443E8EF086}">
      <p15:sldGuideLst>
        <p15:guide id="1" orient="horz" pos="1659">
          <p15:clr>
            <a:srgbClr val="E46962"/>
          </p15:clr>
        </p15:guide>
        <p15:guide id="2" orient="horz" pos="2181">
          <p15:clr>
            <a:srgbClr val="E46962"/>
          </p15:clr>
        </p15:guide>
        <p15:guide id="3" orient="horz" pos="2703">
          <p15:clr>
            <a:srgbClr val="E46962"/>
          </p15:clr>
        </p15:guide>
        <p15:guide id="4" pos="2739">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mc:AlternateContent>
    <mc:Choice Requires="p14">
      <p:transition spd="med">
        <p14:gallery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13.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8"/>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Chương trình quản lí điểm sinh viên</a:t>
            </a:r>
            <a:endParaRPr/>
          </a:p>
          <a:p>
            <a:pPr indent="0" lvl="0" marL="0" rtl="0" algn="l">
              <a:spcBef>
                <a:spcPts val="0"/>
              </a:spcBef>
              <a:spcAft>
                <a:spcPts val="0"/>
              </a:spcAft>
              <a:buNone/>
            </a:pPr>
            <a:r>
              <a:t/>
            </a:r>
            <a:endParaRPr/>
          </a:p>
        </p:txBody>
      </p:sp>
      <p:sp>
        <p:nvSpPr>
          <p:cNvPr id="179" name="Google Shape;179;p18"/>
          <p:cNvSpPr txBox="1"/>
          <p:nvPr>
            <p:ph idx="1" type="subTitle"/>
          </p:nvPr>
        </p:nvSpPr>
        <p:spPr>
          <a:xfrm>
            <a:off x="3778400" y="3924925"/>
            <a:ext cx="4776300" cy="5061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vi" sz="1700">
                <a:latin typeface="Arial"/>
                <a:ea typeface="Arial"/>
                <a:cs typeface="Arial"/>
                <a:sym typeface="Arial"/>
              </a:rPr>
              <a:t>Giáo viên hướng dẫn : </a:t>
            </a:r>
            <a:r>
              <a:rPr lang="vi" sz="1700">
                <a:latin typeface="Arial"/>
                <a:ea typeface="Arial"/>
                <a:cs typeface="Arial"/>
                <a:sym typeface="Arial"/>
              </a:rPr>
              <a:t>NGUYỄN VĂN SƠN</a:t>
            </a:r>
            <a:endParaRPr sz="1700">
              <a:latin typeface="Arial"/>
              <a:ea typeface="Arial"/>
              <a:cs typeface="Arial"/>
              <a:sym typeface="Arial"/>
            </a:endParaRPr>
          </a:p>
          <a:p>
            <a:pPr indent="0" lvl="0" marL="0" rtl="0" algn="l">
              <a:lnSpc>
                <a:spcPct val="80000"/>
              </a:lnSpc>
              <a:spcBef>
                <a:spcPts val="0"/>
              </a:spcBef>
              <a:spcAft>
                <a:spcPts val="0"/>
              </a:spcAft>
              <a:buNone/>
            </a:pPr>
            <a:r>
              <a:t/>
            </a:r>
            <a:endParaRPr sz="1700">
              <a:latin typeface="Arial"/>
              <a:ea typeface="Arial"/>
              <a:cs typeface="Arial"/>
              <a:sym typeface="Arial"/>
            </a:endParaRPr>
          </a:p>
        </p:txBody>
      </p:sp>
      <p:pic>
        <p:nvPicPr>
          <p:cNvPr id="180" name="Google Shape;180;p18"/>
          <p:cNvPicPr preferRelativeResize="0"/>
          <p:nvPr/>
        </p:nvPicPr>
        <p:blipFill>
          <a:blip r:embed="rId3">
            <a:alphaModFix/>
          </a:blip>
          <a:stretch>
            <a:fillRect/>
          </a:stretch>
        </p:blipFill>
        <p:spPr>
          <a:xfrm>
            <a:off x="5961850" y="0"/>
            <a:ext cx="3182153" cy="1681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19"/>
          <p:cNvSpPr txBox="1"/>
          <p:nvPr>
            <p:ph type="title"/>
          </p:nvPr>
        </p:nvSpPr>
        <p:spPr>
          <a:xfrm>
            <a:off x="566250" y="445025"/>
            <a:ext cx="801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solidFill>
                  <a:schemeClr val="lt1"/>
                </a:solidFill>
                <a:latin typeface="Montserrat Black"/>
                <a:ea typeface="Montserrat Black"/>
                <a:cs typeface="Montserrat Black"/>
                <a:sym typeface="Montserrat Black"/>
              </a:rPr>
              <a:t>Thành viên nhóm 9</a:t>
            </a:r>
            <a:endParaRPr>
              <a:solidFill>
                <a:schemeClr val="lt1"/>
              </a:solidFill>
              <a:latin typeface="Montserrat Black"/>
              <a:ea typeface="Montserrat Black"/>
              <a:cs typeface="Montserrat Black"/>
              <a:sym typeface="Montserrat Black"/>
            </a:endParaRPr>
          </a:p>
        </p:txBody>
      </p:sp>
      <p:sp>
        <p:nvSpPr>
          <p:cNvPr id="186" name="Google Shape;186;p19"/>
          <p:cNvSpPr txBox="1"/>
          <p:nvPr>
            <p:ph idx="3" type="subTitle"/>
          </p:nvPr>
        </p:nvSpPr>
        <p:spPr>
          <a:xfrm>
            <a:off x="6344429" y="3438685"/>
            <a:ext cx="22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solidFill>
                  <a:srgbClr val="3EABCA"/>
                </a:solidFill>
              </a:rPr>
              <a:t>Chill Quang</a:t>
            </a:r>
            <a:endParaRPr>
              <a:solidFill>
                <a:srgbClr val="3EABCA"/>
              </a:solidFill>
            </a:endParaRPr>
          </a:p>
        </p:txBody>
      </p:sp>
      <p:sp>
        <p:nvSpPr>
          <p:cNvPr id="187" name="Google Shape;187;p19"/>
          <p:cNvSpPr txBox="1"/>
          <p:nvPr>
            <p:ph idx="1" type="subTitle"/>
          </p:nvPr>
        </p:nvSpPr>
        <p:spPr>
          <a:xfrm>
            <a:off x="3564000" y="3438685"/>
            <a:ext cx="22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solidFill>
                  <a:srgbClr val="3EABCA"/>
                </a:solidFill>
              </a:rPr>
              <a:t>Chill Bình</a:t>
            </a:r>
            <a:endParaRPr>
              <a:solidFill>
                <a:srgbClr val="3EABCA"/>
              </a:solidFill>
            </a:endParaRPr>
          </a:p>
        </p:txBody>
      </p:sp>
      <p:sp>
        <p:nvSpPr>
          <p:cNvPr id="188" name="Google Shape;188;p19"/>
          <p:cNvSpPr txBox="1"/>
          <p:nvPr>
            <p:ph idx="2" type="subTitle"/>
          </p:nvPr>
        </p:nvSpPr>
        <p:spPr>
          <a:xfrm>
            <a:off x="783583" y="3438685"/>
            <a:ext cx="2208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solidFill>
                  <a:srgbClr val="3EABCA"/>
                </a:solidFill>
              </a:rPr>
              <a:t>Chill Lợi</a:t>
            </a:r>
            <a:endParaRPr>
              <a:solidFill>
                <a:srgbClr val="3EABCA"/>
              </a:solidFill>
            </a:endParaRPr>
          </a:p>
        </p:txBody>
      </p:sp>
      <p:pic>
        <p:nvPicPr>
          <p:cNvPr id="189" name="Google Shape;189;p19"/>
          <p:cNvPicPr preferRelativeResize="0"/>
          <p:nvPr/>
        </p:nvPicPr>
        <p:blipFill>
          <a:blip r:embed="rId3">
            <a:alphaModFix/>
          </a:blip>
          <a:stretch>
            <a:fillRect/>
          </a:stretch>
        </p:blipFill>
        <p:spPr>
          <a:xfrm>
            <a:off x="3610375" y="1322525"/>
            <a:ext cx="2116160" cy="2116160"/>
          </a:xfrm>
          <a:prstGeom prst="rect">
            <a:avLst/>
          </a:prstGeom>
          <a:noFill/>
          <a:ln>
            <a:noFill/>
          </a:ln>
        </p:spPr>
      </p:pic>
      <p:pic>
        <p:nvPicPr>
          <p:cNvPr id="190" name="Google Shape;190;p19"/>
          <p:cNvPicPr preferRelativeResize="0"/>
          <p:nvPr/>
        </p:nvPicPr>
        <p:blipFill>
          <a:blip r:embed="rId4">
            <a:alphaModFix/>
          </a:blip>
          <a:stretch>
            <a:fillRect/>
          </a:stretch>
        </p:blipFill>
        <p:spPr>
          <a:xfrm>
            <a:off x="829950" y="1322525"/>
            <a:ext cx="2116160" cy="2116160"/>
          </a:xfrm>
          <a:prstGeom prst="rect">
            <a:avLst/>
          </a:prstGeom>
          <a:noFill/>
          <a:ln>
            <a:noFill/>
          </a:ln>
        </p:spPr>
      </p:pic>
      <p:pic>
        <p:nvPicPr>
          <p:cNvPr id="191" name="Google Shape;191;p19"/>
          <p:cNvPicPr preferRelativeResize="0"/>
          <p:nvPr/>
        </p:nvPicPr>
        <p:blipFill>
          <a:blip r:embed="rId5">
            <a:alphaModFix/>
          </a:blip>
          <a:stretch>
            <a:fillRect/>
          </a:stretch>
        </p:blipFill>
        <p:spPr>
          <a:xfrm>
            <a:off x="6390810" y="1322525"/>
            <a:ext cx="2224792" cy="21161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566250" y="445025"/>
            <a:ext cx="80115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vi">
                <a:highlight>
                  <a:schemeClr val="dk1"/>
                </a:highlight>
              </a:rPr>
              <a:t>Giới thiệu về Chương trình Quản lý Điểm học sinh</a:t>
            </a:r>
            <a:endParaRPr b="1">
              <a:highlight>
                <a:schemeClr val="dk1"/>
              </a:highlight>
            </a:endParaRPr>
          </a:p>
          <a:p>
            <a:pPr indent="0" lvl="0" marL="0" rtl="0" algn="l">
              <a:spcBef>
                <a:spcPts val="0"/>
              </a:spcBef>
              <a:spcAft>
                <a:spcPts val="0"/>
              </a:spcAft>
              <a:buNone/>
            </a:pPr>
            <a:r>
              <a:t/>
            </a:r>
            <a:endParaRPr/>
          </a:p>
        </p:txBody>
      </p:sp>
      <p:sp>
        <p:nvSpPr>
          <p:cNvPr id="197" name="Google Shape;197;p20"/>
          <p:cNvSpPr txBox="1"/>
          <p:nvPr>
            <p:ph idx="1" type="body"/>
          </p:nvPr>
        </p:nvSpPr>
        <p:spPr>
          <a:xfrm>
            <a:off x="812325" y="2071200"/>
            <a:ext cx="2221500" cy="17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800"/>
              <a:t>Nhu cầu số hóa trong việc quản lý giáo dục.</a:t>
            </a:r>
            <a:endParaRPr sz="1800"/>
          </a:p>
          <a:p>
            <a:pPr indent="0" lvl="0" marL="0" rtl="0" algn="l">
              <a:spcBef>
                <a:spcPts val="1200"/>
              </a:spcBef>
              <a:spcAft>
                <a:spcPts val="0"/>
              </a:spcAft>
              <a:buNone/>
            </a:pPr>
            <a:r>
              <a:rPr lang="vi" sz="1800"/>
              <a:t>Giảm bớt sai sót và tăng hiệu quả khi quản lý điểm sinh viên.</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t/>
            </a:r>
            <a:endParaRPr sz="1800"/>
          </a:p>
        </p:txBody>
      </p:sp>
      <p:sp>
        <p:nvSpPr>
          <p:cNvPr id="198" name="Google Shape;198;p20"/>
          <p:cNvSpPr txBox="1"/>
          <p:nvPr>
            <p:ph idx="2" type="body"/>
          </p:nvPr>
        </p:nvSpPr>
        <p:spPr>
          <a:xfrm>
            <a:off x="3464701" y="2072750"/>
            <a:ext cx="2221500" cy="1739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vi" sz="1800"/>
              <a:t>Xây dựng phần mềm đơn giản, thân thiện để quản lý sinh viên và điểm số.</a:t>
            </a:r>
            <a:endParaRPr sz="1800"/>
          </a:p>
          <a:p>
            <a:pPr indent="0" lvl="0" marL="0" rtl="0" algn="l">
              <a:spcBef>
                <a:spcPts val="1200"/>
              </a:spcBef>
              <a:spcAft>
                <a:spcPts val="0"/>
              </a:spcAft>
              <a:buNone/>
            </a:pPr>
            <a:r>
              <a:rPr lang="vi" sz="1800"/>
              <a:t>Dễ dàng lưu, sửa, xóa, tính toán điểm và xuất dữ liệu.</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t/>
            </a:r>
            <a:endParaRPr sz="1800"/>
          </a:p>
        </p:txBody>
      </p:sp>
      <p:sp>
        <p:nvSpPr>
          <p:cNvPr id="199" name="Google Shape;199;p20"/>
          <p:cNvSpPr txBox="1"/>
          <p:nvPr>
            <p:ph idx="3" type="body"/>
          </p:nvPr>
        </p:nvSpPr>
        <p:spPr>
          <a:xfrm>
            <a:off x="6182751" y="2072750"/>
            <a:ext cx="2221500" cy="173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sz="1800"/>
              <a:t>Áp dụng tại trường học, lớp học hoặc các trung tâm đào tạo.</a:t>
            </a:r>
            <a:endParaRPr sz="1800"/>
          </a:p>
          <a:p>
            <a:pPr indent="0" lvl="0" marL="0" rtl="0" algn="l">
              <a:spcBef>
                <a:spcPts val="1200"/>
              </a:spcBef>
              <a:spcAft>
                <a:spcPts val="1200"/>
              </a:spcAft>
              <a:buNone/>
            </a:pPr>
            <a:r>
              <a:t/>
            </a:r>
            <a:endParaRPr sz="1800"/>
          </a:p>
        </p:txBody>
      </p:sp>
      <p:sp>
        <p:nvSpPr>
          <p:cNvPr id="200" name="Google Shape;200;p20"/>
          <p:cNvSpPr txBox="1"/>
          <p:nvPr>
            <p:ph idx="4" type="subTitle"/>
          </p:nvPr>
        </p:nvSpPr>
        <p:spPr>
          <a:xfrm>
            <a:off x="812325" y="1498800"/>
            <a:ext cx="2221500" cy="504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vi" sz="1600">
                <a:solidFill>
                  <a:schemeClr val="lt1"/>
                </a:solidFill>
                <a:latin typeface="Arial"/>
                <a:ea typeface="Arial"/>
                <a:cs typeface="Arial"/>
                <a:sym typeface="Arial"/>
              </a:rPr>
              <a:t>Lý do thực hiện</a:t>
            </a:r>
            <a:endParaRPr sz="1600">
              <a:solidFill>
                <a:schemeClr val="lt1"/>
              </a:solidFill>
              <a:latin typeface="Space Grotesk SemiBold"/>
              <a:ea typeface="Space Grotesk SemiBold"/>
              <a:cs typeface="Space Grotesk SemiBold"/>
              <a:sym typeface="Space Grotesk SemiBold"/>
            </a:endParaRPr>
          </a:p>
          <a:p>
            <a:pPr indent="0" lvl="0" marL="0" rtl="0" algn="l">
              <a:spcBef>
                <a:spcPts val="200"/>
              </a:spcBef>
              <a:spcAft>
                <a:spcPts val="1200"/>
              </a:spcAft>
              <a:buNone/>
            </a:pPr>
            <a:r>
              <a:t/>
            </a:r>
            <a:endParaRPr sz="1600"/>
          </a:p>
        </p:txBody>
      </p:sp>
      <p:sp>
        <p:nvSpPr>
          <p:cNvPr id="201" name="Google Shape;201;p20"/>
          <p:cNvSpPr txBox="1"/>
          <p:nvPr>
            <p:ph idx="5" type="subTitle"/>
          </p:nvPr>
        </p:nvSpPr>
        <p:spPr>
          <a:xfrm>
            <a:off x="3464688" y="1498800"/>
            <a:ext cx="2221500" cy="504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vi" sz="1600">
                <a:solidFill>
                  <a:schemeClr val="lt1"/>
                </a:solidFill>
                <a:latin typeface="Arial"/>
                <a:ea typeface="Arial"/>
                <a:cs typeface="Arial"/>
                <a:sym typeface="Arial"/>
              </a:rPr>
              <a:t>Mục đích của đề tài</a:t>
            </a:r>
            <a:endParaRPr sz="1600">
              <a:solidFill>
                <a:schemeClr val="lt1"/>
              </a:solidFill>
              <a:latin typeface="Space Grotesk SemiBold"/>
              <a:ea typeface="Space Grotesk SemiBold"/>
              <a:cs typeface="Space Grotesk SemiBold"/>
              <a:sym typeface="Space Grotesk SemiBold"/>
            </a:endParaRPr>
          </a:p>
          <a:p>
            <a:pPr indent="0" lvl="0" marL="0" rtl="0" algn="l">
              <a:spcBef>
                <a:spcPts val="200"/>
              </a:spcBef>
              <a:spcAft>
                <a:spcPts val="1200"/>
              </a:spcAft>
              <a:buNone/>
            </a:pPr>
            <a:r>
              <a:t/>
            </a:r>
            <a:endParaRPr sz="1600"/>
          </a:p>
        </p:txBody>
      </p:sp>
      <p:sp>
        <p:nvSpPr>
          <p:cNvPr id="202" name="Google Shape;202;p20"/>
          <p:cNvSpPr txBox="1"/>
          <p:nvPr>
            <p:ph idx="6" type="subTitle"/>
          </p:nvPr>
        </p:nvSpPr>
        <p:spPr>
          <a:xfrm>
            <a:off x="6182738" y="1498800"/>
            <a:ext cx="2221500" cy="504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vi" sz="1600">
                <a:solidFill>
                  <a:schemeClr val="lt1"/>
                </a:solidFill>
                <a:latin typeface="Arial"/>
                <a:ea typeface="Arial"/>
                <a:cs typeface="Arial"/>
                <a:sym typeface="Arial"/>
              </a:rPr>
              <a:t>Phạm vi của hệ thống</a:t>
            </a:r>
            <a:endParaRPr sz="1600">
              <a:solidFill>
                <a:schemeClr val="lt1"/>
              </a:solidFill>
              <a:latin typeface="Space Grotesk SemiBold"/>
              <a:ea typeface="Space Grotesk SemiBold"/>
              <a:cs typeface="Space Grotesk SemiBold"/>
              <a:sym typeface="Space Grotesk SemiBold"/>
            </a:endParaRPr>
          </a:p>
          <a:p>
            <a:pPr indent="0" lvl="0" marL="0" rtl="0" algn="l">
              <a:spcBef>
                <a:spcPts val="200"/>
              </a:spcBef>
              <a:spcAft>
                <a:spcPts val="12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vi" sz="2500">
                <a:latin typeface="Arial"/>
                <a:ea typeface="Arial"/>
                <a:cs typeface="Arial"/>
                <a:sym typeface="Arial"/>
              </a:rPr>
              <a:t>Các chức năng chính của phần</a:t>
            </a:r>
            <a:endParaRPr b="1" sz="2500">
              <a:latin typeface="Arial"/>
              <a:ea typeface="Arial"/>
              <a:cs typeface="Arial"/>
              <a:sym typeface="Arial"/>
            </a:endParaRPr>
          </a:p>
          <a:p>
            <a:pPr indent="0" lvl="0" marL="0" rtl="0" algn="l">
              <a:spcBef>
                <a:spcPts val="1200"/>
              </a:spcBef>
              <a:spcAft>
                <a:spcPts val="0"/>
              </a:spcAft>
              <a:buNone/>
            </a:pPr>
            <a:r>
              <a:t/>
            </a:r>
            <a:endParaRPr sz="2500"/>
          </a:p>
        </p:txBody>
      </p:sp>
      <p:sp>
        <p:nvSpPr>
          <p:cNvPr id="208" name="Google Shape;208;p21"/>
          <p:cNvSpPr txBox="1"/>
          <p:nvPr>
            <p:ph idx="1" type="body"/>
          </p:nvPr>
        </p:nvSpPr>
        <p:spPr>
          <a:xfrm>
            <a:off x="404050" y="1567550"/>
            <a:ext cx="3403200" cy="2911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vi" sz="1500">
                <a:latin typeface="Arial"/>
                <a:ea typeface="Arial"/>
                <a:cs typeface="Arial"/>
                <a:sym typeface="Arial"/>
              </a:rPr>
              <a:t>Quản lý thông tin sinh viên</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Lưu thông tin sinh viên (mã, tên, lớp, ngày sinh).</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Sửa và xóa dữ liệu sinh viên.</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Quản lý điểm môn học</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Nhập điểm từng môn.</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Tính tín chỉ</a:t>
            </a:r>
            <a:endParaRPr sz="1500">
              <a:latin typeface="Arial"/>
              <a:ea typeface="Arial"/>
              <a:cs typeface="Arial"/>
              <a:sym typeface="Arial"/>
            </a:endParaRPr>
          </a:p>
          <a:p>
            <a:pPr indent="0" lvl="0" marL="0" rtl="0" algn="l">
              <a:spcBef>
                <a:spcPts val="1200"/>
              </a:spcBef>
              <a:spcAft>
                <a:spcPts val="1200"/>
              </a:spcAft>
              <a:buNone/>
            </a:pPr>
            <a:r>
              <a:t/>
            </a:r>
            <a:endParaRPr sz="1500"/>
          </a:p>
        </p:txBody>
      </p:sp>
      <p:sp>
        <p:nvSpPr>
          <p:cNvPr id="209" name="Google Shape;209;p21"/>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vi" sz="1500">
                <a:latin typeface="Arial"/>
                <a:ea typeface="Arial"/>
                <a:cs typeface="Arial"/>
                <a:sym typeface="Arial"/>
              </a:rPr>
              <a:t>Tính năng hỗ trợ</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Hủy thay đổi khi chỉnh sửa (Cancel).</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Lưu dữ liệu vào cơ sở dữ liệu hoặc file.</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Tính tín chỉ</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Căn cứ vào điểm số để tính ra tính chỉ</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Môn A : 1 điểm = 1 tính chỉ</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Môn B : 1 điểm = 2 tính chỉ</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Môn C : 1 điểm = 3 tính chỉ</a:t>
            </a:r>
            <a:endParaRPr sz="15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a:p>
            <a:pPr indent="0" lvl="0" marL="0" rtl="0" algn="l">
              <a:spcBef>
                <a:spcPts val="1200"/>
              </a:spcBef>
              <a:spcAft>
                <a:spcPts val="1200"/>
              </a:spcAft>
              <a:buNone/>
            </a:pPr>
            <a:r>
              <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566250" y="123050"/>
            <a:ext cx="801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vi"/>
              <a:t>Phân tích và thiết kế</a:t>
            </a:r>
            <a:endParaRPr b="1"/>
          </a:p>
          <a:p>
            <a:pPr indent="0" lvl="0" marL="0" rtl="0" algn="l">
              <a:spcBef>
                <a:spcPts val="0"/>
              </a:spcBef>
              <a:spcAft>
                <a:spcPts val="0"/>
              </a:spcAft>
              <a:buNone/>
            </a:pPr>
            <a:r>
              <a:t/>
            </a:r>
            <a:endParaRPr/>
          </a:p>
        </p:txBody>
      </p:sp>
      <p:sp>
        <p:nvSpPr>
          <p:cNvPr id="215" name="Google Shape;215;p22"/>
          <p:cNvSpPr txBox="1"/>
          <p:nvPr>
            <p:ph idx="1" type="body"/>
          </p:nvPr>
        </p:nvSpPr>
        <p:spPr>
          <a:xfrm>
            <a:off x="566250" y="798175"/>
            <a:ext cx="3480300" cy="327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vi" sz="1500">
                <a:latin typeface="Arial"/>
                <a:ea typeface="Arial"/>
                <a:cs typeface="Arial"/>
                <a:sym typeface="Arial"/>
              </a:rPr>
              <a:t>Sinh viên</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Nhập/cập nhật thông tin cá nhân.</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Xem điểm các môn học.</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Giảng viên</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Nhập/chỉnh sửa điểm sinh viên.</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Xuất báo cáo điểm.</a:t>
            </a:r>
            <a:endParaRPr sz="1500">
              <a:latin typeface="Arial"/>
              <a:ea typeface="Arial"/>
              <a:cs typeface="Arial"/>
              <a:sym typeface="Arial"/>
            </a:endParaRPr>
          </a:p>
          <a:p>
            <a:pPr indent="0" lvl="0" marL="0" rtl="0" algn="l">
              <a:lnSpc>
                <a:spcPct val="100000"/>
              </a:lnSpc>
              <a:spcBef>
                <a:spcPts val="1200"/>
              </a:spcBef>
              <a:spcAft>
                <a:spcPts val="1200"/>
              </a:spcAft>
              <a:buNone/>
            </a:pPr>
            <a:r>
              <a:t/>
            </a:r>
            <a:endParaRPr b="1" sz="1500">
              <a:latin typeface="Arial"/>
              <a:ea typeface="Arial"/>
              <a:cs typeface="Arial"/>
              <a:sym typeface="Arial"/>
            </a:endParaRPr>
          </a:p>
        </p:txBody>
      </p:sp>
      <p:sp>
        <p:nvSpPr>
          <p:cNvPr id="216" name="Google Shape;216;p22"/>
          <p:cNvSpPr txBox="1"/>
          <p:nvPr>
            <p:ph idx="1" type="body"/>
          </p:nvPr>
        </p:nvSpPr>
        <p:spPr>
          <a:xfrm>
            <a:off x="4572000" y="798175"/>
            <a:ext cx="3480300" cy="3272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vi" sz="1500">
                <a:latin typeface="Arial"/>
                <a:ea typeface="Arial"/>
                <a:cs typeface="Arial"/>
                <a:sym typeface="Arial"/>
              </a:rPr>
              <a:t>Quản trị viên</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Quản lý tài khoản, môn học, lớp học.</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Cấu hình hệ thống.</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Hệ thống</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Đăng nhập/xác thực người dùng.</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Quản lý thông tin và hiển thị chức năng theo quyền.</a:t>
            </a:r>
            <a:endParaRPr sz="1500">
              <a:latin typeface="Arial"/>
              <a:ea typeface="Arial"/>
              <a:cs typeface="Arial"/>
              <a:sym typeface="Arial"/>
            </a:endParaRPr>
          </a:p>
          <a:p>
            <a:pPr indent="0" lvl="0" marL="0" rtl="0" algn="l">
              <a:lnSpc>
                <a:spcPct val="100000"/>
              </a:lnSpc>
              <a:spcBef>
                <a:spcPts val="1200"/>
              </a:spcBef>
              <a:spcAft>
                <a:spcPts val="1200"/>
              </a:spcAft>
              <a:buNone/>
            </a:pPr>
            <a:r>
              <a:t/>
            </a:r>
            <a:endParaRPr b="1" sz="15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idx="1" type="body"/>
          </p:nvPr>
        </p:nvSpPr>
        <p:spPr>
          <a:xfrm>
            <a:off x="1297500" y="1567550"/>
            <a:ext cx="7038900" cy="2754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vi" sz="1500">
                <a:latin typeface="Arial"/>
                <a:ea typeface="Arial"/>
                <a:cs typeface="Arial"/>
                <a:sym typeface="Arial"/>
              </a:rPr>
              <a:t>Quản lý thông tin sinh viên</a:t>
            </a:r>
            <a:r>
              <a:rPr lang="vi" sz="1500">
                <a:latin typeface="Arial"/>
                <a:ea typeface="Arial"/>
                <a:cs typeface="Arial"/>
                <a:sym typeface="Arial"/>
              </a:rPr>
              <a:t>: Giáo viên thêm, sửa, xóa dữ liệu sinh viên.</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Nhập điểm môn học</a:t>
            </a:r>
            <a:r>
              <a:rPr lang="vi" sz="1500">
                <a:latin typeface="Arial"/>
                <a:ea typeface="Arial"/>
                <a:cs typeface="Arial"/>
                <a:sym typeface="Arial"/>
              </a:rPr>
              <a:t>: Giáo viên nhập điểm theo mã sinh viên.</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Tính toán tín chỉ</a:t>
            </a:r>
            <a:r>
              <a:rPr lang="vi" sz="1500">
                <a:latin typeface="Arial"/>
                <a:ea typeface="Arial"/>
                <a:cs typeface="Arial"/>
                <a:sym typeface="Arial"/>
              </a:rPr>
              <a:t>: Giáo viên tính tín chỉ dựa trên điểm số sinh viên.</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Lưu dữ liệu</a:t>
            </a:r>
            <a:r>
              <a:rPr lang="vi" sz="1500">
                <a:latin typeface="Arial"/>
                <a:ea typeface="Arial"/>
                <a:cs typeface="Arial"/>
                <a:sym typeface="Arial"/>
              </a:rPr>
              <a:t>: Giáo viên lưu dữ liệu vào cơ sở dữ liệu hoặc file.</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Hủy chỉnh sửa</a:t>
            </a:r>
            <a:r>
              <a:rPr lang="vi" sz="1500">
                <a:latin typeface="Arial"/>
                <a:ea typeface="Arial"/>
                <a:cs typeface="Arial"/>
                <a:sym typeface="Arial"/>
              </a:rPr>
              <a:t>: Giáo viên hủy thay đổi chưa lưu để khôi phục dữ liệu gốc.</a:t>
            </a:r>
            <a:endParaRPr sz="15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a:p>
            <a:pPr indent="0" lvl="0" marL="0" rtl="0" algn="l">
              <a:spcBef>
                <a:spcPts val="0"/>
              </a:spcBef>
              <a:spcAft>
                <a:spcPts val="1200"/>
              </a:spcAft>
              <a:buNone/>
            </a:pPr>
            <a:r>
              <a:t/>
            </a:r>
            <a:endParaRPr sz="1500"/>
          </a:p>
        </p:txBody>
      </p:sp>
      <p:sp>
        <p:nvSpPr>
          <p:cNvPr id="222" name="Google Shape;222;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sz="2500"/>
              <a:t>Mối quan hệ giữa các thành phần</a:t>
            </a:r>
            <a:endParaRPr b="1"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1" type="body"/>
          </p:nvPr>
        </p:nvSpPr>
        <p:spPr>
          <a:xfrm>
            <a:off x="3103000" y="259575"/>
            <a:ext cx="3018600" cy="52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vi" sz="2500"/>
              <a:t>Use case diagram</a:t>
            </a:r>
            <a:endParaRPr b="1" sz="2500"/>
          </a:p>
        </p:txBody>
      </p:sp>
      <p:pic>
        <p:nvPicPr>
          <p:cNvPr id="228" name="Google Shape;228;p24"/>
          <p:cNvPicPr preferRelativeResize="0"/>
          <p:nvPr/>
        </p:nvPicPr>
        <p:blipFill>
          <a:blip r:embed="rId3">
            <a:alphaModFix/>
          </a:blip>
          <a:stretch>
            <a:fillRect/>
          </a:stretch>
        </p:blipFill>
        <p:spPr>
          <a:xfrm>
            <a:off x="2016350" y="1044400"/>
            <a:ext cx="4865799" cy="3610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type="title"/>
          </p:nvPr>
        </p:nvSpPr>
        <p:spPr>
          <a:xfrm>
            <a:off x="566250" y="293700"/>
            <a:ext cx="4005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sz="2500"/>
              <a:t>Đặc tả use case</a:t>
            </a:r>
            <a:endParaRPr b="1" sz="2500"/>
          </a:p>
        </p:txBody>
      </p:sp>
      <p:sp>
        <p:nvSpPr>
          <p:cNvPr id="234" name="Google Shape;234;p25"/>
          <p:cNvSpPr txBox="1"/>
          <p:nvPr>
            <p:ph idx="1" type="body"/>
          </p:nvPr>
        </p:nvSpPr>
        <p:spPr>
          <a:xfrm>
            <a:off x="688225" y="920075"/>
            <a:ext cx="3031800" cy="273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500">
                <a:latin typeface="Arial"/>
                <a:ea typeface="Arial"/>
                <a:cs typeface="Arial"/>
                <a:sym typeface="Arial"/>
              </a:rPr>
              <a:t>Mô tả:</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Giảng viên, quản trị viên:</a:t>
            </a:r>
            <a:r>
              <a:rPr lang="vi" sz="1500">
                <a:latin typeface="Arial"/>
                <a:ea typeface="Arial"/>
                <a:cs typeface="Arial"/>
                <a:sym typeface="Arial"/>
              </a:rPr>
              <a:t> </a:t>
            </a:r>
            <a:r>
              <a:rPr lang="vi" sz="1500">
                <a:latin typeface="Arial"/>
                <a:ea typeface="Arial"/>
                <a:cs typeface="Arial"/>
                <a:sym typeface="Arial"/>
              </a:rPr>
              <a:t>Nhập/chỉnh sửa điểm.</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Sinh viên: Xem điểm cá nhân.</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Actor:</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Chính: Giảng viên</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Phụ: Quản trị viên, Sinh viên</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Điều kiện trước:</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Có tài khoản đăng nhập.</a:t>
            </a:r>
            <a:endParaRPr sz="1500">
              <a:latin typeface="Arial"/>
              <a:ea typeface="Arial"/>
              <a:cs typeface="Arial"/>
              <a:sym typeface="Arial"/>
            </a:endParaRPr>
          </a:p>
          <a:p>
            <a:pPr indent="0" lvl="0" marL="0" rtl="0" algn="l">
              <a:spcBef>
                <a:spcPts val="1200"/>
              </a:spcBef>
              <a:spcAft>
                <a:spcPts val="0"/>
              </a:spcAft>
              <a:buNone/>
            </a:pPr>
            <a:r>
              <a:rPr lang="vi" sz="1500">
                <a:latin typeface="Arial"/>
                <a:ea typeface="Arial"/>
                <a:cs typeface="Arial"/>
                <a:sym typeface="Arial"/>
              </a:rPr>
              <a:t>Danh sách môn học, lớp học, sinh viên đã thiết lập.</a:t>
            </a:r>
            <a:endParaRPr sz="1500">
              <a:latin typeface="Arial"/>
              <a:ea typeface="Arial"/>
              <a:cs typeface="Arial"/>
              <a:sym typeface="Arial"/>
            </a:endParaRPr>
          </a:p>
          <a:p>
            <a:pPr indent="0" lvl="0" marL="0" rtl="0" algn="l">
              <a:spcBef>
                <a:spcPts val="1200"/>
              </a:spcBef>
              <a:spcAft>
                <a:spcPts val="1200"/>
              </a:spcAft>
              <a:buNone/>
            </a:pPr>
            <a:r>
              <a:t/>
            </a:r>
            <a:endParaRPr sz="1500"/>
          </a:p>
        </p:txBody>
      </p:sp>
      <p:sp>
        <p:nvSpPr>
          <p:cNvPr id="235" name="Google Shape;235;p25"/>
          <p:cNvSpPr txBox="1"/>
          <p:nvPr>
            <p:ph idx="1" type="body"/>
          </p:nvPr>
        </p:nvSpPr>
        <p:spPr>
          <a:xfrm>
            <a:off x="5387775" y="352600"/>
            <a:ext cx="3031800" cy="273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sz="1500">
                <a:latin typeface="Arial"/>
                <a:ea typeface="Arial"/>
                <a:cs typeface="Arial"/>
                <a:sym typeface="Arial"/>
              </a:rPr>
              <a:t>Luồng chính</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AutoNum type="arabicPeriod"/>
            </a:pPr>
            <a:r>
              <a:rPr lang="vi" sz="1500">
                <a:latin typeface="Arial"/>
                <a:ea typeface="Arial"/>
                <a:cs typeface="Arial"/>
                <a:sym typeface="Arial"/>
              </a:rPr>
              <a:t>Giảng viên đăng nhập → Chọn lớp/môn.</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AutoNum type="arabicPeriod"/>
            </a:pPr>
            <a:r>
              <a:rPr lang="vi" sz="1500">
                <a:latin typeface="Arial"/>
                <a:ea typeface="Arial"/>
                <a:cs typeface="Arial"/>
                <a:sym typeface="Arial"/>
              </a:rPr>
              <a:t>Nhập/chỉnh sửa điểm → Hệ thống kiểm tra, lưu dữ liệu.</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AutoNum type="arabicPeriod"/>
            </a:pPr>
            <a:r>
              <a:rPr lang="vi" sz="1500">
                <a:latin typeface="Arial"/>
                <a:ea typeface="Arial"/>
                <a:cs typeface="Arial"/>
                <a:sym typeface="Arial"/>
              </a:rPr>
              <a:t>Xuất báo cáo (tùy chọn).</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AutoNum type="arabicPeriod"/>
            </a:pPr>
            <a:r>
              <a:rPr lang="vi" sz="1500">
                <a:latin typeface="Arial"/>
                <a:ea typeface="Arial"/>
                <a:cs typeface="Arial"/>
                <a:sym typeface="Arial"/>
              </a:rPr>
              <a:t>Sinh viên đăng nhập → Xem điểm.</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Luồng thay thế</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AF1</a:t>
            </a:r>
            <a:r>
              <a:rPr lang="vi" sz="1500">
                <a:latin typeface="Arial"/>
                <a:ea typeface="Arial"/>
                <a:cs typeface="Arial"/>
                <a:sym typeface="Arial"/>
              </a:rPr>
              <a:t>: Nhập sai định dạng → Thông báo lỗi.</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b="1" lang="vi" sz="1500">
                <a:latin typeface="Arial"/>
                <a:ea typeface="Arial"/>
                <a:cs typeface="Arial"/>
                <a:sym typeface="Arial"/>
              </a:rPr>
              <a:t>AF2</a:t>
            </a:r>
            <a:r>
              <a:rPr lang="vi" sz="1500">
                <a:latin typeface="Arial"/>
                <a:ea typeface="Arial"/>
                <a:cs typeface="Arial"/>
                <a:sym typeface="Arial"/>
              </a:rPr>
              <a:t>: Lỗi cơ sở dữ liệu → Thử lại.</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b="1" lang="vi" sz="1500">
                <a:latin typeface="Arial"/>
                <a:ea typeface="Arial"/>
                <a:cs typeface="Arial"/>
                <a:sym typeface="Arial"/>
              </a:rPr>
              <a:t>AF3</a:t>
            </a:r>
            <a:r>
              <a:rPr lang="vi" sz="1500">
                <a:latin typeface="Arial"/>
                <a:ea typeface="Arial"/>
                <a:cs typeface="Arial"/>
                <a:sym typeface="Arial"/>
              </a:rPr>
              <a:t>: Truy cập trái phép → Từ chối quyền.</a:t>
            </a:r>
            <a:endParaRPr sz="1500">
              <a:latin typeface="Arial"/>
              <a:ea typeface="Arial"/>
              <a:cs typeface="Arial"/>
              <a:sym typeface="Arial"/>
            </a:endParaRPr>
          </a:p>
          <a:p>
            <a:pPr indent="0" lvl="0" marL="0" rtl="0" algn="l">
              <a:spcBef>
                <a:spcPts val="1200"/>
              </a:spcBef>
              <a:spcAft>
                <a:spcPts val="1200"/>
              </a:spcAft>
              <a:buNone/>
            </a:pPr>
            <a:r>
              <a:t/>
            </a:r>
            <a:endParaRPr b="1" sz="15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53900" y="0"/>
            <a:ext cx="3411300" cy="65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sz="2500"/>
              <a:t>Sequence Diagram</a:t>
            </a:r>
            <a:endParaRPr sz="2500"/>
          </a:p>
        </p:txBody>
      </p:sp>
      <p:pic>
        <p:nvPicPr>
          <p:cNvPr id="241" name="Google Shape;241;p26"/>
          <p:cNvPicPr preferRelativeResize="0"/>
          <p:nvPr/>
        </p:nvPicPr>
        <p:blipFill>
          <a:blip r:embed="rId3">
            <a:alphaModFix/>
          </a:blip>
          <a:stretch>
            <a:fillRect/>
          </a:stretch>
        </p:blipFill>
        <p:spPr>
          <a:xfrm>
            <a:off x="0" y="789050"/>
            <a:ext cx="3071475" cy="4137126"/>
          </a:xfrm>
          <a:prstGeom prst="rect">
            <a:avLst/>
          </a:prstGeom>
          <a:noFill/>
          <a:ln>
            <a:noFill/>
          </a:ln>
        </p:spPr>
      </p:pic>
      <p:sp>
        <p:nvSpPr>
          <p:cNvPr id="242" name="Google Shape;242;p26"/>
          <p:cNvSpPr txBox="1"/>
          <p:nvPr>
            <p:ph idx="1" type="body"/>
          </p:nvPr>
        </p:nvSpPr>
        <p:spPr>
          <a:xfrm>
            <a:off x="3247800" y="386400"/>
            <a:ext cx="5896200" cy="3984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vi" sz="1400">
                <a:latin typeface="Arial"/>
                <a:ea typeface="Arial"/>
                <a:cs typeface="Arial"/>
                <a:sym typeface="Arial"/>
              </a:rPr>
              <a:t>1. Actors</a:t>
            </a:r>
            <a:endParaRPr b="1" sz="1400">
              <a:latin typeface="Arial"/>
              <a:ea typeface="Arial"/>
              <a:cs typeface="Arial"/>
              <a:sym typeface="Arial"/>
            </a:endParaRPr>
          </a:p>
          <a:p>
            <a:pPr indent="-317500" lvl="0" marL="457200" rtl="0" algn="l">
              <a:spcBef>
                <a:spcPts val="1200"/>
              </a:spcBef>
              <a:spcAft>
                <a:spcPts val="0"/>
              </a:spcAft>
              <a:buSzPts val="1400"/>
              <a:buFont typeface="Arial"/>
              <a:buChar char="●"/>
            </a:pPr>
            <a:r>
              <a:rPr b="1" lang="vi" sz="1400">
                <a:latin typeface="Arial"/>
                <a:ea typeface="Arial"/>
                <a:cs typeface="Arial"/>
                <a:sym typeface="Arial"/>
              </a:rPr>
              <a:t>Giảng viên</a:t>
            </a:r>
            <a:r>
              <a:rPr lang="vi" sz="1400">
                <a:latin typeface="Arial"/>
                <a:ea typeface="Arial"/>
                <a:cs typeface="Arial"/>
                <a:sym typeface="Arial"/>
              </a:rPr>
              <a:t>: Đăng nhập, nhập/chỉnh sửa điểm, xuất báo cáo.</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vi" sz="1400">
                <a:latin typeface="Arial"/>
                <a:ea typeface="Arial"/>
                <a:cs typeface="Arial"/>
                <a:sym typeface="Arial"/>
              </a:rPr>
              <a:t>Sinh viên</a:t>
            </a:r>
            <a:r>
              <a:rPr lang="vi" sz="1400">
                <a:latin typeface="Arial"/>
                <a:ea typeface="Arial"/>
                <a:cs typeface="Arial"/>
                <a:sym typeface="Arial"/>
              </a:rPr>
              <a:t>: Đăng nhập, xem điểm.</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vi" sz="1400">
                <a:latin typeface="Arial"/>
                <a:ea typeface="Arial"/>
                <a:cs typeface="Arial"/>
                <a:sym typeface="Arial"/>
              </a:rPr>
              <a:t>Hệ thống</a:t>
            </a:r>
            <a:r>
              <a:rPr lang="vi" sz="1400">
                <a:latin typeface="Arial"/>
                <a:ea typeface="Arial"/>
                <a:cs typeface="Arial"/>
                <a:sym typeface="Arial"/>
              </a:rPr>
              <a:t>: Xử lý yêu cầu, đảm bảo bảo mật.</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vi" sz="1400">
                <a:latin typeface="Arial"/>
                <a:ea typeface="Arial"/>
                <a:cs typeface="Arial"/>
                <a:sym typeface="Arial"/>
              </a:rPr>
              <a:t>Cơ sở dữ liệu</a:t>
            </a:r>
            <a:r>
              <a:rPr lang="vi" sz="1400">
                <a:latin typeface="Arial"/>
                <a:ea typeface="Arial"/>
                <a:cs typeface="Arial"/>
                <a:sym typeface="Arial"/>
              </a:rPr>
              <a:t>: Lưu trữ thông tin.</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2. Tương tác chính</a:t>
            </a:r>
            <a:endParaRPr b="1" sz="1400">
              <a:latin typeface="Arial"/>
              <a:ea typeface="Arial"/>
              <a:cs typeface="Arial"/>
              <a:sym typeface="Arial"/>
            </a:endParaRPr>
          </a:p>
          <a:p>
            <a:pPr indent="-317500" lvl="0" marL="457200" rtl="0" algn="l">
              <a:spcBef>
                <a:spcPts val="1200"/>
              </a:spcBef>
              <a:spcAft>
                <a:spcPts val="0"/>
              </a:spcAft>
              <a:buClr>
                <a:schemeClr val="lt1"/>
              </a:buClr>
              <a:buSzPts val="1400"/>
              <a:buFont typeface="Arial"/>
              <a:buChar char="●"/>
            </a:pPr>
            <a:r>
              <a:rPr b="1" lang="vi" sz="1400">
                <a:latin typeface="Arial"/>
                <a:ea typeface="Arial"/>
                <a:cs typeface="Arial"/>
                <a:sym typeface="Arial"/>
              </a:rPr>
              <a:t>Giảng viên</a:t>
            </a:r>
            <a:r>
              <a:rPr lang="vi" sz="1400">
                <a:latin typeface="Arial"/>
                <a:ea typeface="Arial"/>
                <a:cs typeface="Arial"/>
                <a:sym typeface="Arial"/>
              </a:rPr>
              <a:t>:</a:t>
            </a:r>
            <a:endParaRPr sz="1400">
              <a:latin typeface="Arial"/>
              <a:ea typeface="Arial"/>
              <a:cs typeface="Arial"/>
              <a:sym typeface="Arial"/>
            </a:endParaRPr>
          </a:p>
          <a:p>
            <a:pPr indent="-317500" lvl="1" marL="914400" rtl="0" algn="l">
              <a:spcBef>
                <a:spcPts val="0"/>
              </a:spcBef>
              <a:spcAft>
                <a:spcPts val="0"/>
              </a:spcAft>
              <a:buClr>
                <a:schemeClr val="lt1"/>
              </a:buClr>
              <a:buSzPts val="1400"/>
              <a:buFont typeface="Arial"/>
              <a:buChar char="○"/>
            </a:pPr>
            <a:r>
              <a:rPr lang="vi" sz="1400">
                <a:latin typeface="Arial"/>
                <a:ea typeface="Arial"/>
                <a:cs typeface="Arial"/>
                <a:sym typeface="Arial"/>
              </a:rPr>
              <a:t>Đăng nhập → Hệ thống kiểm tra quyền.</a:t>
            </a:r>
            <a:endParaRPr sz="1400">
              <a:latin typeface="Arial"/>
              <a:ea typeface="Arial"/>
              <a:cs typeface="Arial"/>
              <a:sym typeface="Arial"/>
            </a:endParaRPr>
          </a:p>
          <a:p>
            <a:pPr indent="-317500" lvl="1" marL="914400" rtl="0" algn="l">
              <a:spcBef>
                <a:spcPts val="0"/>
              </a:spcBef>
              <a:spcAft>
                <a:spcPts val="0"/>
              </a:spcAft>
              <a:buClr>
                <a:schemeClr val="lt1"/>
              </a:buClr>
              <a:buSzPts val="1400"/>
              <a:buFont typeface="Arial"/>
              <a:buChar char="○"/>
            </a:pPr>
            <a:r>
              <a:rPr lang="vi" sz="1400">
                <a:latin typeface="Arial"/>
                <a:ea typeface="Arial"/>
                <a:cs typeface="Arial"/>
                <a:sym typeface="Arial"/>
              </a:rPr>
              <a:t>Chọn lớp/môn → Hiển thị danh sách sinh viên.</a:t>
            </a:r>
            <a:endParaRPr sz="1400">
              <a:latin typeface="Arial"/>
              <a:ea typeface="Arial"/>
              <a:cs typeface="Arial"/>
              <a:sym typeface="Arial"/>
            </a:endParaRPr>
          </a:p>
          <a:p>
            <a:pPr indent="-317500" lvl="1" marL="914400" rtl="0" algn="l">
              <a:spcBef>
                <a:spcPts val="0"/>
              </a:spcBef>
              <a:spcAft>
                <a:spcPts val="0"/>
              </a:spcAft>
              <a:buClr>
                <a:schemeClr val="lt1"/>
              </a:buClr>
              <a:buSzPts val="1400"/>
              <a:buFont typeface="Arial"/>
              <a:buChar char="○"/>
            </a:pPr>
            <a:r>
              <a:rPr lang="vi" sz="1400">
                <a:latin typeface="Arial"/>
                <a:ea typeface="Arial"/>
                <a:cs typeface="Arial"/>
                <a:sym typeface="Arial"/>
              </a:rPr>
              <a:t>Nhập/chỉnh sửa điểm → Hệ thống lưu dữ liệu.</a:t>
            </a:r>
            <a:endParaRPr sz="1400">
              <a:latin typeface="Arial"/>
              <a:ea typeface="Arial"/>
              <a:cs typeface="Arial"/>
              <a:sym typeface="Arial"/>
            </a:endParaRPr>
          </a:p>
          <a:p>
            <a:pPr indent="-317500" lvl="1" marL="914400" rtl="0" algn="l">
              <a:spcBef>
                <a:spcPts val="0"/>
              </a:spcBef>
              <a:spcAft>
                <a:spcPts val="0"/>
              </a:spcAft>
              <a:buClr>
                <a:schemeClr val="lt1"/>
              </a:buClr>
              <a:buSzPts val="1400"/>
              <a:buFont typeface="Arial"/>
              <a:buChar char="○"/>
            </a:pPr>
            <a:r>
              <a:rPr lang="vi" sz="1400">
                <a:latin typeface="Arial"/>
                <a:ea typeface="Arial"/>
                <a:cs typeface="Arial"/>
                <a:sym typeface="Arial"/>
              </a:rPr>
              <a:t>Xuất báo cáo → Tạo và tải báo cáo.</a:t>
            </a:r>
            <a:endParaRPr sz="1400">
              <a:latin typeface="Arial"/>
              <a:ea typeface="Arial"/>
              <a:cs typeface="Arial"/>
              <a:sym typeface="Arial"/>
            </a:endParaRPr>
          </a:p>
          <a:p>
            <a:pPr indent="-317500" lvl="0" marL="457200" rtl="0" algn="l">
              <a:spcBef>
                <a:spcPts val="0"/>
              </a:spcBef>
              <a:spcAft>
                <a:spcPts val="0"/>
              </a:spcAft>
              <a:buClr>
                <a:schemeClr val="lt1"/>
              </a:buClr>
              <a:buSzPts val="1400"/>
              <a:buFont typeface="Arial"/>
              <a:buChar char="●"/>
            </a:pPr>
            <a:r>
              <a:rPr b="1" lang="vi" sz="1400">
                <a:latin typeface="Arial"/>
                <a:ea typeface="Arial"/>
                <a:cs typeface="Arial"/>
                <a:sym typeface="Arial"/>
              </a:rPr>
              <a:t>Sinh viên</a:t>
            </a:r>
            <a:r>
              <a:rPr lang="vi" sz="1400">
                <a:latin typeface="Arial"/>
                <a:ea typeface="Arial"/>
                <a:cs typeface="Arial"/>
                <a:sym typeface="Arial"/>
              </a:rPr>
              <a:t>: Đăng nhập → Xem điểm cá nhân.</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3. Luồng thay thế</a:t>
            </a:r>
            <a:endParaRPr b="1" sz="1400">
              <a:latin typeface="Arial"/>
              <a:ea typeface="Arial"/>
              <a:cs typeface="Arial"/>
              <a:sym typeface="Arial"/>
            </a:endParaRPr>
          </a:p>
          <a:p>
            <a:pPr indent="-317500" lvl="0" marL="457200" rtl="0" algn="l">
              <a:spcBef>
                <a:spcPts val="1200"/>
              </a:spcBef>
              <a:spcAft>
                <a:spcPts val="0"/>
              </a:spcAft>
              <a:buClr>
                <a:schemeClr val="lt1"/>
              </a:buClr>
              <a:buSzPts val="1400"/>
              <a:buFont typeface="Arial"/>
              <a:buChar char="●"/>
            </a:pPr>
            <a:r>
              <a:rPr lang="vi" sz="1400">
                <a:latin typeface="Arial"/>
                <a:ea typeface="Arial"/>
                <a:cs typeface="Arial"/>
                <a:sym typeface="Arial"/>
              </a:rPr>
              <a:t>Lỗi đăng nhập → Thông báo, thử lại.</a:t>
            </a:r>
            <a:endParaRPr sz="1400">
              <a:latin typeface="Arial"/>
              <a:ea typeface="Arial"/>
              <a:cs typeface="Arial"/>
              <a:sym typeface="Arial"/>
            </a:endParaRPr>
          </a:p>
          <a:p>
            <a:pPr indent="-317500" lvl="0" marL="457200" rtl="0" algn="l">
              <a:spcBef>
                <a:spcPts val="0"/>
              </a:spcBef>
              <a:spcAft>
                <a:spcPts val="0"/>
              </a:spcAft>
              <a:buClr>
                <a:schemeClr val="lt1"/>
              </a:buClr>
              <a:buSzPts val="1400"/>
              <a:buFont typeface="Arial"/>
              <a:buChar char="●"/>
            </a:pPr>
            <a:r>
              <a:rPr lang="vi" sz="1400">
                <a:latin typeface="Arial"/>
                <a:ea typeface="Arial"/>
                <a:cs typeface="Arial"/>
                <a:sym typeface="Arial"/>
              </a:rPr>
              <a:t>Nhập sai điểm → Yêu cầu nhập lại.</a:t>
            </a:r>
            <a:endParaRPr sz="1400">
              <a:latin typeface="Arial"/>
              <a:ea typeface="Arial"/>
              <a:cs typeface="Arial"/>
              <a:sym typeface="Arial"/>
            </a:endParaRPr>
          </a:p>
          <a:p>
            <a:pPr indent="-317500" lvl="0" marL="457200" rtl="0" algn="l">
              <a:spcBef>
                <a:spcPts val="0"/>
              </a:spcBef>
              <a:spcAft>
                <a:spcPts val="0"/>
              </a:spcAft>
              <a:buClr>
                <a:schemeClr val="lt1"/>
              </a:buClr>
              <a:buSzPts val="1400"/>
              <a:buFont typeface="Arial"/>
              <a:buChar char="●"/>
            </a:pPr>
            <a:r>
              <a:rPr lang="vi" sz="1400">
                <a:latin typeface="Arial"/>
                <a:ea typeface="Arial"/>
                <a:cs typeface="Arial"/>
                <a:sym typeface="Arial"/>
              </a:rPr>
              <a:t>Lỗi kết nối CSDL → Thông báo, thử lại.</a:t>
            </a:r>
            <a:endParaRPr sz="1400">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idx="4294967295" type="body"/>
          </p:nvPr>
        </p:nvSpPr>
        <p:spPr>
          <a:xfrm>
            <a:off x="0" y="0"/>
            <a:ext cx="42864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vi" sz="2000"/>
              <a:t>Class diagram</a:t>
            </a:r>
            <a:endParaRPr b="1" sz="2000"/>
          </a:p>
        </p:txBody>
      </p:sp>
      <p:pic>
        <p:nvPicPr>
          <p:cNvPr id="248" name="Google Shape;248;p27"/>
          <p:cNvPicPr preferRelativeResize="0"/>
          <p:nvPr/>
        </p:nvPicPr>
        <p:blipFill rotWithShape="1">
          <a:blip r:embed="rId3">
            <a:alphaModFix/>
          </a:blip>
          <a:srcRect b="-3259" l="0" r="0" t="3260"/>
          <a:stretch/>
        </p:blipFill>
        <p:spPr>
          <a:xfrm>
            <a:off x="-50" y="661525"/>
            <a:ext cx="4286500" cy="3887800"/>
          </a:xfrm>
          <a:prstGeom prst="rect">
            <a:avLst/>
          </a:prstGeom>
          <a:noFill/>
          <a:ln>
            <a:noFill/>
          </a:ln>
        </p:spPr>
      </p:pic>
      <p:sp>
        <p:nvSpPr>
          <p:cNvPr id="249" name="Google Shape;249;p27"/>
          <p:cNvSpPr txBox="1"/>
          <p:nvPr>
            <p:ph idx="4294967295" type="body"/>
          </p:nvPr>
        </p:nvSpPr>
        <p:spPr>
          <a:xfrm>
            <a:off x="4455300" y="183550"/>
            <a:ext cx="4455300" cy="361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sz="1500">
                <a:latin typeface="Arial"/>
                <a:ea typeface="Arial"/>
                <a:cs typeface="Arial"/>
                <a:sym typeface="Arial"/>
              </a:rPr>
              <a:t>Lớp SinhVien</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Phương thức</a:t>
            </a:r>
            <a:r>
              <a:rPr lang="vi" sz="1500">
                <a:latin typeface="Arial"/>
                <a:ea typeface="Arial"/>
                <a:cs typeface="Arial"/>
                <a:sym typeface="Arial"/>
              </a:rPr>
              <a:t>: nhapThongTin(), xemDiem()</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Lớp MonHoc</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Phương thức</a:t>
            </a:r>
            <a:r>
              <a:rPr lang="vi" sz="1500">
                <a:latin typeface="Arial"/>
                <a:ea typeface="Arial"/>
                <a:cs typeface="Arial"/>
                <a:sym typeface="Arial"/>
              </a:rPr>
              <a:t>: hienThiThongTin()</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Lớp Diem</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Phương thức</a:t>
            </a:r>
            <a:r>
              <a:rPr lang="vi" sz="1500">
                <a:latin typeface="Arial"/>
                <a:ea typeface="Arial"/>
                <a:cs typeface="Arial"/>
                <a:sym typeface="Arial"/>
              </a:rPr>
              <a:t>: nhapDiem(), suaDiem(), tinhSoTinChi()</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Lớp GiangVien</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Phương thức</a:t>
            </a:r>
            <a:r>
              <a:rPr lang="vi" sz="1500">
                <a:latin typeface="Arial"/>
                <a:ea typeface="Arial"/>
                <a:cs typeface="Arial"/>
                <a:sym typeface="Arial"/>
              </a:rPr>
              <a:t>: nhapDiem(), suaDiem(), xuatBaoCao()</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Lớp QuanTriVien</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Phương thức</a:t>
            </a:r>
            <a:r>
              <a:rPr lang="vi" sz="1500">
                <a:latin typeface="Arial"/>
                <a:ea typeface="Arial"/>
                <a:cs typeface="Arial"/>
                <a:sym typeface="Arial"/>
              </a:rPr>
              <a:t>: quanLyTaiKhoan(), quanLyHeThong()</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Lớp HeThong</a:t>
            </a:r>
            <a:endParaRPr b="1"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b="1" lang="vi" sz="1500">
                <a:latin typeface="Arial"/>
                <a:ea typeface="Arial"/>
                <a:cs typeface="Arial"/>
                <a:sym typeface="Arial"/>
              </a:rPr>
              <a:t>Phương thức</a:t>
            </a:r>
            <a:r>
              <a:rPr lang="vi" sz="1500">
                <a:latin typeface="Arial"/>
                <a:ea typeface="Arial"/>
                <a:cs typeface="Arial"/>
                <a:sym typeface="Arial"/>
              </a:rPr>
              <a:t>: dangNhap(), dangXuat(), hienThiMenu()</a:t>
            </a:r>
            <a:endParaRPr sz="1500">
              <a:latin typeface="Arial"/>
              <a:ea typeface="Arial"/>
              <a:cs typeface="Arial"/>
              <a:sym typeface="Arial"/>
            </a:endParaRPr>
          </a:p>
          <a:p>
            <a:pPr indent="0" lvl="0" marL="0" rtl="0" algn="l">
              <a:spcBef>
                <a:spcPts val="1200"/>
              </a:spcBef>
              <a:spcAft>
                <a:spcPts val="1200"/>
              </a:spcAft>
              <a:buNone/>
            </a:pPr>
            <a:r>
              <a:t/>
            </a:r>
            <a:endParaRPr sz="15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txBox="1"/>
          <p:nvPr>
            <p:ph type="title"/>
          </p:nvPr>
        </p:nvSpPr>
        <p:spPr>
          <a:xfrm>
            <a:off x="566250" y="293700"/>
            <a:ext cx="801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Thiết kế giao diện</a:t>
            </a:r>
            <a:endParaRPr/>
          </a:p>
        </p:txBody>
      </p:sp>
      <p:sp>
        <p:nvSpPr>
          <p:cNvPr id="255" name="Google Shape;255;p28"/>
          <p:cNvSpPr txBox="1"/>
          <p:nvPr>
            <p:ph idx="1" type="body"/>
          </p:nvPr>
        </p:nvSpPr>
        <p:spPr>
          <a:xfrm>
            <a:off x="2340300" y="4325425"/>
            <a:ext cx="3924000" cy="572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vi" sz="1500">
                <a:latin typeface="Arial"/>
                <a:ea typeface="Arial"/>
                <a:cs typeface="Arial"/>
                <a:sym typeface="Arial"/>
              </a:rPr>
              <a:t>Giao diện quản lí điểm sinh viên</a:t>
            </a:r>
            <a:endParaRPr b="1" sz="1500">
              <a:latin typeface="Arial"/>
              <a:ea typeface="Arial"/>
              <a:cs typeface="Arial"/>
              <a:sym typeface="Arial"/>
            </a:endParaRPr>
          </a:p>
          <a:p>
            <a:pPr indent="0" lvl="0" marL="0" rtl="0" algn="l">
              <a:spcBef>
                <a:spcPts val="1200"/>
              </a:spcBef>
              <a:spcAft>
                <a:spcPts val="1200"/>
              </a:spcAft>
              <a:buNone/>
            </a:pPr>
            <a:r>
              <a:t/>
            </a:r>
            <a:endParaRPr sz="1500"/>
          </a:p>
        </p:txBody>
      </p:sp>
      <p:pic>
        <p:nvPicPr>
          <p:cNvPr id="256" name="Google Shape;256;p28"/>
          <p:cNvPicPr preferRelativeResize="0"/>
          <p:nvPr/>
        </p:nvPicPr>
        <p:blipFill>
          <a:blip r:embed="rId3">
            <a:alphaModFix/>
          </a:blip>
          <a:stretch>
            <a:fillRect/>
          </a:stretch>
        </p:blipFill>
        <p:spPr>
          <a:xfrm>
            <a:off x="1535752" y="945175"/>
            <a:ext cx="5950024" cy="3380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2691600" y="4452475"/>
            <a:ext cx="3760800" cy="4839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vi" sz="1500">
                <a:latin typeface="Arial"/>
                <a:ea typeface="Arial"/>
                <a:cs typeface="Arial"/>
                <a:sym typeface="Arial"/>
              </a:rPr>
              <a:t>Giao diện xem thông tin học sinh</a:t>
            </a:r>
            <a:endParaRPr b="1" sz="1500">
              <a:latin typeface="Arial"/>
              <a:ea typeface="Arial"/>
              <a:cs typeface="Arial"/>
              <a:sym typeface="Arial"/>
            </a:endParaRPr>
          </a:p>
          <a:p>
            <a:pPr indent="0" lvl="0" marL="0" rtl="0" algn="l">
              <a:spcBef>
                <a:spcPts val="1200"/>
              </a:spcBef>
              <a:spcAft>
                <a:spcPts val="0"/>
              </a:spcAft>
              <a:buNone/>
            </a:pPr>
            <a:r>
              <a:t/>
            </a:r>
            <a:endParaRPr sz="1500"/>
          </a:p>
        </p:txBody>
      </p:sp>
      <p:pic>
        <p:nvPicPr>
          <p:cNvPr id="262" name="Google Shape;262;p29"/>
          <p:cNvPicPr preferRelativeResize="0"/>
          <p:nvPr/>
        </p:nvPicPr>
        <p:blipFill>
          <a:blip r:embed="rId3">
            <a:alphaModFix/>
          </a:blip>
          <a:stretch>
            <a:fillRect/>
          </a:stretch>
        </p:blipFill>
        <p:spPr>
          <a:xfrm>
            <a:off x="1474800" y="126025"/>
            <a:ext cx="5952388" cy="4192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ph type="title"/>
          </p:nvPr>
        </p:nvSpPr>
        <p:spPr>
          <a:xfrm>
            <a:off x="3054088" y="4326875"/>
            <a:ext cx="2515500" cy="609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vi" sz="1500">
                <a:latin typeface="Arial"/>
                <a:ea typeface="Arial"/>
                <a:cs typeface="Arial"/>
                <a:sym typeface="Arial"/>
              </a:rPr>
              <a:t>Giao diện thêm sinh viên</a:t>
            </a:r>
            <a:endParaRPr b="1" sz="1500">
              <a:latin typeface="Arial"/>
              <a:ea typeface="Arial"/>
              <a:cs typeface="Arial"/>
              <a:sym typeface="Arial"/>
            </a:endParaRPr>
          </a:p>
          <a:p>
            <a:pPr indent="0" lvl="0" marL="0" rtl="0" algn="l">
              <a:spcBef>
                <a:spcPts val="1200"/>
              </a:spcBef>
              <a:spcAft>
                <a:spcPts val="0"/>
              </a:spcAft>
              <a:buNone/>
            </a:pPr>
            <a:r>
              <a:t/>
            </a:r>
            <a:endParaRPr sz="1500"/>
          </a:p>
        </p:txBody>
      </p:sp>
      <p:pic>
        <p:nvPicPr>
          <p:cNvPr id="268" name="Google Shape;268;p30"/>
          <p:cNvPicPr preferRelativeResize="0"/>
          <p:nvPr/>
        </p:nvPicPr>
        <p:blipFill>
          <a:blip r:embed="rId3">
            <a:alphaModFix/>
          </a:blip>
          <a:stretch>
            <a:fillRect/>
          </a:stretch>
        </p:blipFill>
        <p:spPr>
          <a:xfrm>
            <a:off x="1621075" y="275700"/>
            <a:ext cx="5270031" cy="4051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1"/>
          <p:cNvSpPr txBox="1"/>
          <p:nvPr>
            <p:ph type="title"/>
          </p:nvPr>
        </p:nvSpPr>
        <p:spPr>
          <a:xfrm>
            <a:off x="2705300" y="4159950"/>
            <a:ext cx="3519600" cy="593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vi" sz="1500">
                <a:latin typeface="Arial"/>
                <a:ea typeface="Arial"/>
                <a:cs typeface="Arial"/>
                <a:sym typeface="Arial"/>
              </a:rPr>
              <a:t>Giao diện Edit thông tin sinh viên</a:t>
            </a:r>
            <a:endParaRPr b="1" sz="1500">
              <a:latin typeface="Arial"/>
              <a:ea typeface="Arial"/>
              <a:cs typeface="Arial"/>
              <a:sym typeface="Arial"/>
            </a:endParaRPr>
          </a:p>
          <a:p>
            <a:pPr indent="0" lvl="0" marL="0" rtl="0" algn="l">
              <a:spcBef>
                <a:spcPts val="1200"/>
              </a:spcBef>
              <a:spcAft>
                <a:spcPts val="0"/>
              </a:spcAft>
              <a:buNone/>
            </a:pPr>
            <a:r>
              <a:t/>
            </a:r>
            <a:endParaRPr sz="1500"/>
          </a:p>
        </p:txBody>
      </p:sp>
      <p:pic>
        <p:nvPicPr>
          <p:cNvPr id="274" name="Google Shape;274;p31"/>
          <p:cNvPicPr preferRelativeResize="0"/>
          <p:nvPr/>
        </p:nvPicPr>
        <p:blipFill rotWithShape="1">
          <a:blip r:embed="rId3">
            <a:alphaModFix/>
          </a:blip>
          <a:srcRect b="0" l="0" r="0" t="0"/>
          <a:stretch/>
        </p:blipFill>
        <p:spPr>
          <a:xfrm>
            <a:off x="1535750" y="150050"/>
            <a:ext cx="5486375" cy="4009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2"/>
          <p:cNvSpPr txBox="1"/>
          <p:nvPr>
            <p:ph type="title"/>
          </p:nvPr>
        </p:nvSpPr>
        <p:spPr>
          <a:xfrm>
            <a:off x="2821075" y="4428100"/>
            <a:ext cx="2846700" cy="569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vi" sz="1500">
                <a:latin typeface="Arial"/>
                <a:ea typeface="Arial"/>
                <a:cs typeface="Arial"/>
                <a:sym typeface="Arial"/>
              </a:rPr>
              <a:t>Giao diện xóa sinh viên</a:t>
            </a:r>
            <a:endParaRPr b="1" sz="1500">
              <a:latin typeface="Arial"/>
              <a:ea typeface="Arial"/>
              <a:cs typeface="Arial"/>
              <a:sym typeface="Arial"/>
            </a:endParaRPr>
          </a:p>
          <a:p>
            <a:pPr indent="0" lvl="0" marL="0" rtl="0" algn="l">
              <a:spcBef>
                <a:spcPts val="1200"/>
              </a:spcBef>
              <a:spcAft>
                <a:spcPts val="0"/>
              </a:spcAft>
              <a:buNone/>
            </a:pPr>
            <a:r>
              <a:t/>
            </a:r>
            <a:endParaRPr sz="1500"/>
          </a:p>
        </p:txBody>
      </p:sp>
      <p:pic>
        <p:nvPicPr>
          <p:cNvPr id="280" name="Google Shape;280;p32"/>
          <p:cNvPicPr preferRelativeResize="0"/>
          <p:nvPr/>
        </p:nvPicPr>
        <p:blipFill>
          <a:blip r:embed="rId3">
            <a:alphaModFix/>
          </a:blip>
          <a:stretch>
            <a:fillRect/>
          </a:stretch>
        </p:blipFill>
        <p:spPr>
          <a:xfrm>
            <a:off x="1645450" y="0"/>
            <a:ext cx="5582275" cy="4219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3540175" y="4354975"/>
            <a:ext cx="2322600" cy="6180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vi" sz="1500">
                <a:latin typeface="Arial"/>
                <a:ea typeface="Arial"/>
                <a:cs typeface="Arial"/>
                <a:sym typeface="Arial"/>
              </a:rPr>
              <a:t>Giao diện tính tín chỉ</a:t>
            </a:r>
            <a:endParaRPr b="1" sz="1500">
              <a:latin typeface="Arial"/>
              <a:ea typeface="Arial"/>
              <a:cs typeface="Arial"/>
              <a:sym typeface="Arial"/>
            </a:endParaRPr>
          </a:p>
          <a:p>
            <a:pPr indent="0" lvl="0" marL="0" rtl="0" algn="l">
              <a:spcBef>
                <a:spcPts val="1200"/>
              </a:spcBef>
              <a:spcAft>
                <a:spcPts val="0"/>
              </a:spcAft>
              <a:buNone/>
            </a:pPr>
            <a:r>
              <a:t/>
            </a:r>
            <a:endParaRPr sz="1500"/>
          </a:p>
        </p:txBody>
      </p:sp>
      <p:pic>
        <p:nvPicPr>
          <p:cNvPr id="286" name="Google Shape;286;p33"/>
          <p:cNvPicPr preferRelativeResize="0"/>
          <p:nvPr/>
        </p:nvPicPr>
        <p:blipFill>
          <a:blip r:embed="rId3">
            <a:alphaModFix/>
          </a:blip>
          <a:stretch>
            <a:fillRect/>
          </a:stretch>
        </p:blipFill>
        <p:spPr>
          <a:xfrm>
            <a:off x="2108826" y="0"/>
            <a:ext cx="5413003" cy="4172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4"/>
          <p:cNvSpPr txBox="1"/>
          <p:nvPr>
            <p:ph type="title"/>
          </p:nvPr>
        </p:nvSpPr>
        <p:spPr>
          <a:xfrm>
            <a:off x="566250" y="293700"/>
            <a:ext cx="801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Phát triển phần mềm</a:t>
            </a:r>
            <a:endParaRPr/>
          </a:p>
          <a:p>
            <a:pPr indent="0" lvl="0" marL="0" rtl="0" algn="l">
              <a:spcBef>
                <a:spcPts val="0"/>
              </a:spcBef>
              <a:spcAft>
                <a:spcPts val="0"/>
              </a:spcAft>
              <a:buNone/>
            </a:pPr>
            <a:r>
              <a:t/>
            </a:r>
            <a:endParaRPr/>
          </a:p>
        </p:txBody>
      </p:sp>
      <p:sp>
        <p:nvSpPr>
          <p:cNvPr id="292" name="Google Shape;292;p34"/>
          <p:cNvSpPr txBox="1"/>
          <p:nvPr>
            <p:ph idx="1" type="body"/>
          </p:nvPr>
        </p:nvSpPr>
        <p:spPr>
          <a:xfrm>
            <a:off x="566250" y="920075"/>
            <a:ext cx="7777200" cy="273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sz="1500">
                <a:latin typeface="Arial"/>
                <a:ea typeface="Arial"/>
                <a:cs typeface="Arial"/>
                <a:sym typeface="Arial"/>
              </a:rPr>
              <a:t>Tích hợp web</a:t>
            </a:r>
            <a:r>
              <a:rPr lang="vi" sz="1500">
                <a:latin typeface="Arial"/>
                <a:ea typeface="Arial"/>
                <a:cs typeface="Arial"/>
                <a:sym typeface="Arial"/>
              </a:rPr>
              <a:t>: Phát triển phiên bản web để tăng tính tiện lợi.</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Ứng dụng di động</a:t>
            </a:r>
            <a:r>
              <a:rPr lang="vi" sz="1500">
                <a:latin typeface="Arial"/>
                <a:ea typeface="Arial"/>
                <a:cs typeface="Arial"/>
                <a:sym typeface="Arial"/>
              </a:rPr>
              <a:t>: Xây dựng app trên Android/iOS cho sinh viên và giảng viên.</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Tăng cường bảo mật</a:t>
            </a:r>
            <a:r>
              <a:rPr lang="vi" sz="1500">
                <a:latin typeface="Arial"/>
                <a:ea typeface="Arial"/>
                <a:cs typeface="Arial"/>
                <a:sym typeface="Arial"/>
              </a:rPr>
              <a:t>: Áp dụng xác thực 2 lớp và mã hóa nâng cao.</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Chức năng mở rộng</a:t>
            </a:r>
            <a:r>
              <a:rPr lang="vi" sz="1500">
                <a:latin typeface="Arial"/>
                <a:ea typeface="Arial"/>
                <a:cs typeface="Arial"/>
                <a:sym typeface="Arial"/>
              </a:rPr>
              <a:t>:</a:t>
            </a:r>
            <a:endParaRPr sz="1500">
              <a:latin typeface="Arial"/>
              <a:ea typeface="Arial"/>
              <a:cs typeface="Arial"/>
              <a:sym typeface="Arial"/>
            </a:endParaRPr>
          </a:p>
          <a:p>
            <a:pPr indent="-323850" lvl="0" marL="457200" rtl="0" algn="l">
              <a:spcBef>
                <a:spcPts val="1200"/>
              </a:spcBef>
              <a:spcAft>
                <a:spcPts val="0"/>
              </a:spcAft>
              <a:buClr>
                <a:schemeClr val="lt1"/>
              </a:buClr>
              <a:buSzPts val="1500"/>
              <a:buFont typeface="Arial"/>
              <a:buChar char="●"/>
            </a:pPr>
            <a:r>
              <a:rPr lang="vi" sz="1500">
                <a:latin typeface="Arial"/>
                <a:ea typeface="Arial"/>
                <a:cs typeface="Arial"/>
                <a:sym typeface="Arial"/>
              </a:rPr>
              <a:t>Gửi thông báo tự động qua email/SMS.</a:t>
            </a:r>
            <a:endParaRPr sz="1500">
              <a:latin typeface="Arial"/>
              <a:ea typeface="Arial"/>
              <a:cs typeface="Arial"/>
              <a:sym typeface="Arial"/>
            </a:endParaRPr>
          </a:p>
          <a:p>
            <a:pPr indent="-323850" lvl="0" marL="457200" rtl="0" algn="l">
              <a:spcBef>
                <a:spcPts val="0"/>
              </a:spcBef>
              <a:spcAft>
                <a:spcPts val="0"/>
              </a:spcAft>
              <a:buClr>
                <a:schemeClr val="lt1"/>
              </a:buClr>
              <a:buSzPts val="1500"/>
              <a:buFont typeface="Arial"/>
              <a:buChar char="●"/>
            </a:pPr>
            <a:r>
              <a:rPr lang="vi" sz="1500">
                <a:latin typeface="Arial"/>
                <a:ea typeface="Arial"/>
                <a:cs typeface="Arial"/>
                <a:sym typeface="Arial"/>
              </a:rPr>
              <a:t>Thống kê và phân tích điểm số.</a:t>
            </a:r>
            <a:endParaRPr sz="1500">
              <a:latin typeface="Arial"/>
              <a:ea typeface="Arial"/>
              <a:cs typeface="Arial"/>
              <a:sym typeface="Arial"/>
            </a:endParaRPr>
          </a:p>
          <a:p>
            <a:pPr indent="0" lvl="0" marL="0" rtl="0" algn="l">
              <a:spcBef>
                <a:spcPts val="1200"/>
              </a:spcBef>
              <a:spcAft>
                <a:spcPts val="0"/>
              </a:spcAft>
              <a:buNone/>
            </a:pPr>
            <a:r>
              <a:rPr b="1" lang="vi" sz="1500">
                <a:latin typeface="Arial"/>
                <a:ea typeface="Arial"/>
                <a:cs typeface="Arial"/>
                <a:sym typeface="Arial"/>
              </a:rPr>
              <a:t>Trải nghiệm người dùng</a:t>
            </a:r>
            <a:r>
              <a:rPr lang="vi" sz="1500">
                <a:latin typeface="Arial"/>
                <a:ea typeface="Arial"/>
                <a:cs typeface="Arial"/>
                <a:sym typeface="Arial"/>
              </a:rPr>
              <a:t>: Cải tiến giao diện, hỗ trợ đa ngôn ngữ.</a:t>
            </a:r>
            <a:endParaRPr sz="1500">
              <a:latin typeface="Arial"/>
              <a:ea typeface="Arial"/>
              <a:cs typeface="Arial"/>
              <a:sym typeface="Arial"/>
            </a:endParaRPr>
          </a:p>
          <a:p>
            <a:pPr indent="0" lvl="0" marL="0" rtl="0" algn="l">
              <a:spcBef>
                <a:spcPts val="0"/>
              </a:spcBef>
              <a:spcAft>
                <a:spcPts val="0"/>
              </a:spcAft>
              <a:buNone/>
            </a:pPr>
            <a:r>
              <a:rPr b="1" lang="vi" sz="1500">
                <a:latin typeface="Arial"/>
                <a:ea typeface="Arial"/>
                <a:cs typeface="Arial"/>
                <a:sym typeface="Arial"/>
              </a:rPr>
              <a:t>AI hỗ trợ</a:t>
            </a:r>
            <a:r>
              <a:rPr lang="vi" sz="1500">
                <a:latin typeface="Arial"/>
                <a:ea typeface="Arial"/>
                <a:cs typeface="Arial"/>
                <a:sym typeface="Arial"/>
              </a:rPr>
              <a:t>: Dự đoán và phân tích hiệu suất học tập.</a:t>
            </a:r>
            <a:endParaRPr sz="1500">
              <a:latin typeface="Arial"/>
              <a:ea typeface="Arial"/>
              <a:cs typeface="Arial"/>
              <a:sym typeface="Arial"/>
            </a:endParaRPr>
          </a:p>
          <a:p>
            <a:pPr indent="0" lvl="0" marL="0" rtl="0" algn="l">
              <a:spcBef>
                <a:spcPts val="1200"/>
              </a:spcBef>
              <a:spcAft>
                <a:spcPts val="1200"/>
              </a:spcAft>
              <a:buNone/>
            </a:pPr>
            <a:r>
              <a:t/>
            </a:r>
            <a:endParaRPr b="1" sz="15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5"/>
          <p:cNvSpPr txBox="1"/>
          <p:nvPr>
            <p:ph type="title"/>
          </p:nvPr>
        </p:nvSpPr>
        <p:spPr>
          <a:xfrm>
            <a:off x="566250" y="445025"/>
            <a:ext cx="801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Kết quả đạt được</a:t>
            </a:r>
            <a:endParaRPr/>
          </a:p>
        </p:txBody>
      </p:sp>
      <p:sp>
        <p:nvSpPr>
          <p:cNvPr id="298" name="Google Shape;298;p35"/>
          <p:cNvSpPr txBox="1"/>
          <p:nvPr>
            <p:ph idx="1" type="subTitle"/>
          </p:nvPr>
        </p:nvSpPr>
        <p:spPr>
          <a:xfrm>
            <a:off x="699750" y="1354460"/>
            <a:ext cx="2208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Quy trình thiết kế giao diện người dùng</a:t>
            </a:r>
            <a:endParaRPr/>
          </a:p>
        </p:txBody>
      </p:sp>
      <p:sp>
        <p:nvSpPr>
          <p:cNvPr id="299" name="Google Shape;299;p35"/>
          <p:cNvSpPr txBox="1"/>
          <p:nvPr>
            <p:ph idx="2" type="subTitle"/>
          </p:nvPr>
        </p:nvSpPr>
        <p:spPr>
          <a:xfrm>
            <a:off x="3428483" y="1354460"/>
            <a:ext cx="2208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Bố cục của chương trình</a:t>
            </a:r>
            <a:endParaRPr/>
          </a:p>
        </p:txBody>
      </p:sp>
      <p:sp>
        <p:nvSpPr>
          <p:cNvPr id="300" name="Google Shape;300;p35"/>
          <p:cNvSpPr txBox="1"/>
          <p:nvPr>
            <p:ph idx="3" type="subTitle"/>
          </p:nvPr>
        </p:nvSpPr>
        <p:spPr>
          <a:xfrm>
            <a:off x="6157229" y="1354460"/>
            <a:ext cx="2208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Các thành phần chính</a:t>
            </a:r>
            <a:endParaRPr/>
          </a:p>
        </p:txBody>
      </p:sp>
      <p:sp>
        <p:nvSpPr>
          <p:cNvPr id="301" name="Google Shape;301;p35"/>
          <p:cNvSpPr txBox="1"/>
          <p:nvPr>
            <p:ph idx="4" type="body"/>
          </p:nvPr>
        </p:nvSpPr>
        <p:spPr>
          <a:xfrm>
            <a:off x="699750" y="1925400"/>
            <a:ext cx="2208900" cy="21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sz="1500"/>
              <a:t>Xác định yêu cầu chức năng.</a:t>
            </a:r>
            <a:endParaRPr sz="1500"/>
          </a:p>
          <a:p>
            <a:pPr indent="0" lvl="0" marL="0" rtl="0" algn="l">
              <a:spcBef>
                <a:spcPts val="1200"/>
              </a:spcBef>
              <a:spcAft>
                <a:spcPts val="0"/>
              </a:spcAft>
              <a:buNone/>
            </a:pPr>
            <a:r>
              <a:rPr lang="vi" sz="1500"/>
              <a:t>Thiết kế giao diện trực quan, dễ dùng.</a:t>
            </a:r>
            <a:endParaRPr sz="1500"/>
          </a:p>
          <a:p>
            <a:pPr indent="0" lvl="0" marL="0" rtl="0" algn="l">
              <a:spcBef>
                <a:spcPts val="1200"/>
              </a:spcBef>
              <a:spcAft>
                <a:spcPts val="0"/>
              </a:spcAft>
              <a:buNone/>
            </a:pPr>
            <a:r>
              <a:rPr lang="vi" sz="1500"/>
              <a:t>Bố trí hợp lý với Java Swing Layout Managers.</a:t>
            </a:r>
            <a:endParaRPr sz="1500"/>
          </a:p>
          <a:p>
            <a:pPr indent="0" lvl="0" marL="0" rtl="0" algn="l">
              <a:spcBef>
                <a:spcPts val="1200"/>
              </a:spcBef>
              <a:spcAft>
                <a:spcPts val="0"/>
              </a:spcAft>
              <a:buNone/>
            </a:pPr>
            <a:r>
              <a:rPr lang="vi" sz="1500"/>
              <a:t>Kiểm thử đảm bảo tính thân thiện.</a:t>
            </a:r>
            <a:endParaRPr sz="1500"/>
          </a:p>
          <a:p>
            <a:pPr indent="0" lvl="0" marL="0" rtl="0" algn="l">
              <a:spcBef>
                <a:spcPts val="1200"/>
              </a:spcBef>
              <a:spcAft>
                <a:spcPts val="1200"/>
              </a:spcAft>
              <a:buNone/>
            </a:pPr>
            <a:r>
              <a:t/>
            </a:r>
            <a:endParaRPr sz="1500"/>
          </a:p>
        </p:txBody>
      </p:sp>
      <p:sp>
        <p:nvSpPr>
          <p:cNvPr id="302" name="Google Shape;302;p35"/>
          <p:cNvSpPr txBox="1"/>
          <p:nvPr>
            <p:ph idx="5" type="body"/>
          </p:nvPr>
        </p:nvSpPr>
        <p:spPr>
          <a:xfrm>
            <a:off x="3428483" y="1925400"/>
            <a:ext cx="2208900" cy="21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sz="1400">
                <a:latin typeface="Arial"/>
                <a:ea typeface="Arial"/>
                <a:cs typeface="Arial"/>
                <a:sym typeface="Arial"/>
              </a:rPr>
              <a:t>Trang đăng nhập</a:t>
            </a:r>
            <a:r>
              <a:rPr lang="vi" sz="1400">
                <a:latin typeface="Arial"/>
                <a:ea typeface="Arial"/>
                <a:cs typeface="Arial"/>
                <a:sym typeface="Arial"/>
              </a:rPr>
              <a:t>: Nhập tài khoản, mật khẩu.</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Màn hình chính</a:t>
            </a:r>
            <a:r>
              <a:rPr lang="vi" sz="1400">
                <a:latin typeface="Arial"/>
                <a:ea typeface="Arial"/>
                <a:cs typeface="Arial"/>
                <a:sym typeface="Arial"/>
              </a:rPr>
              <a:t>: Quản lý lớp, môn học, và sinh viên.</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Nhập/chỉnh sửa điểm</a:t>
            </a:r>
            <a:r>
              <a:rPr lang="vi" sz="1400">
                <a:latin typeface="Arial"/>
                <a:ea typeface="Arial"/>
                <a:cs typeface="Arial"/>
                <a:sym typeface="Arial"/>
              </a:rPr>
              <a:t>: Hiển thị danh sách sinh viên và điểm số.</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Xuất báo cáo</a:t>
            </a:r>
            <a:r>
              <a:rPr lang="vi" sz="1400">
                <a:latin typeface="Arial"/>
                <a:ea typeface="Arial"/>
                <a:cs typeface="Arial"/>
                <a:sym typeface="Arial"/>
              </a:rPr>
              <a:t>: Nút tải báo cáo</a:t>
            </a:r>
            <a:endParaRPr sz="1400">
              <a:latin typeface="Arial"/>
              <a:ea typeface="Arial"/>
              <a:cs typeface="Arial"/>
              <a:sym typeface="Arial"/>
            </a:endParaRPr>
          </a:p>
          <a:p>
            <a:pPr indent="0" lvl="0" marL="0" rtl="0" algn="l">
              <a:spcBef>
                <a:spcPts val="1200"/>
              </a:spcBef>
              <a:spcAft>
                <a:spcPts val="1200"/>
              </a:spcAft>
              <a:buNone/>
            </a:pPr>
            <a:r>
              <a:t/>
            </a:r>
            <a:endParaRPr sz="1400"/>
          </a:p>
        </p:txBody>
      </p:sp>
      <p:sp>
        <p:nvSpPr>
          <p:cNvPr id="303" name="Google Shape;303;p35"/>
          <p:cNvSpPr txBox="1"/>
          <p:nvPr>
            <p:ph idx="6" type="body"/>
          </p:nvPr>
        </p:nvSpPr>
        <p:spPr>
          <a:xfrm>
            <a:off x="6157229" y="1925400"/>
            <a:ext cx="2208900" cy="21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sz="1400">
                <a:latin typeface="Arial"/>
                <a:ea typeface="Arial"/>
                <a:cs typeface="Arial"/>
                <a:sym typeface="Arial"/>
              </a:rPr>
              <a:t>Menu</a:t>
            </a:r>
            <a:r>
              <a:rPr lang="vi" sz="1400">
                <a:latin typeface="Arial"/>
                <a:ea typeface="Arial"/>
                <a:cs typeface="Arial"/>
                <a:sym typeface="Arial"/>
              </a:rPr>
              <a:t>: Điều hướng giữa các chức năng.</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Form nhập liệu</a:t>
            </a:r>
            <a:r>
              <a:rPr lang="vi" sz="1400">
                <a:latin typeface="Arial"/>
                <a:ea typeface="Arial"/>
                <a:cs typeface="Arial"/>
                <a:sym typeface="Arial"/>
              </a:rPr>
              <a:t>: Nhập điểm, chỉnh sửa thông tin.</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Bảng dữ liệu</a:t>
            </a:r>
            <a:r>
              <a:rPr lang="vi" sz="1400">
                <a:latin typeface="Arial"/>
                <a:ea typeface="Arial"/>
                <a:cs typeface="Arial"/>
                <a:sym typeface="Arial"/>
              </a:rPr>
              <a:t>: Hiển thị danh sách sinh viên và điểm số.</a:t>
            </a:r>
            <a:endParaRPr sz="1400">
              <a:latin typeface="Arial"/>
              <a:ea typeface="Arial"/>
              <a:cs typeface="Arial"/>
              <a:sym typeface="Arial"/>
            </a:endParaRPr>
          </a:p>
          <a:p>
            <a:pPr indent="0" lvl="0" marL="0" rtl="0" algn="l">
              <a:spcBef>
                <a:spcPts val="1200"/>
              </a:spcBef>
              <a:spcAft>
                <a:spcPts val="0"/>
              </a:spcAft>
              <a:buNone/>
            </a:pPr>
            <a:r>
              <a:rPr b="1" lang="vi" sz="1400">
                <a:latin typeface="Arial"/>
                <a:ea typeface="Arial"/>
                <a:cs typeface="Arial"/>
                <a:sym typeface="Arial"/>
              </a:rPr>
              <a:t>Nút hành động</a:t>
            </a:r>
            <a:r>
              <a:rPr lang="vi" sz="1400">
                <a:latin typeface="Arial"/>
                <a:ea typeface="Arial"/>
                <a:cs typeface="Arial"/>
                <a:sym typeface="Arial"/>
              </a:rPr>
              <a:t>: Lưu, sửa, xóa, tính điểm, hủy thao tác</a:t>
            </a:r>
            <a:endParaRPr sz="1400">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6"/>
          <p:cNvSpPr txBox="1"/>
          <p:nvPr>
            <p:ph type="title"/>
          </p:nvPr>
        </p:nvSpPr>
        <p:spPr>
          <a:xfrm>
            <a:off x="566250" y="293700"/>
            <a:ext cx="801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Kết luận</a:t>
            </a:r>
            <a:endParaRPr/>
          </a:p>
        </p:txBody>
      </p:sp>
      <p:sp>
        <p:nvSpPr>
          <p:cNvPr id="309" name="Google Shape;309;p36"/>
          <p:cNvSpPr txBox="1"/>
          <p:nvPr>
            <p:ph idx="1" type="body"/>
          </p:nvPr>
        </p:nvSpPr>
        <p:spPr>
          <a:xfrm>
            <a:off x="566250" y="920075"/>
            <a:ext cx="7777200" cy="2739300"/>
          </a:xfrm>
          <a:prstGeom prst="rect">
            <a:avLst/>
          </a:prstGeom>
        </p:spPr>
        <p:txBody>
          <a:bodyPr anchorCtr="0" anchor="t" bIns="91425" lIns="91425" spcFirstLastPara="1" rIns="91425" wrap="square" tIns="91425">
            <a:noAutofit/>
          </a:bodyPr>
          <a:lstStyle/>
          <a:p>
            <a:pPr indent="0" lvl="0" marL="457200" rtl="0" algn="l">
              <a:spcBef>
                <a:spcPts val="0"/>
              </a:spcBef>
              <a:spcAft>
                <a:spcPts val="1200"/>
              </a:spcAft>
              <a:buNone/>
            </a:pPr>
            <a:r>
              <a:rPr lang="vi" sz="1500"/>
              <a:t>Phần mềm quản lý điểm sinh viên được phát triển với giao diện thân thiện, tính năng đầy đủ và bảo mật cao, đáp ứng tốt nhu cầu của giảng viên, quản trị viên và sinh viên. Hệ thống giúp tự động hóa quy trình nhập liệu, tính điểm, và xuất báo cáo, từ đó nâng cao hiệu quả quản lý và tiết kiệm thời gian. Trong tương lai, phần mềm có thể mở rộng thêm phiên bản web, ứng dụng di động và tích hợp AI để tối ưu hóa trải nghiệm người dùng và hỗ trợ phân tích dữ liệu học tập.</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7"/>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vi"/>
              <a:t>Demo chương trình</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type="title"/>
          </p:nvPr>
        </p:nvSpPr>
        <p:spPr>
          <a:xfrm>
            <a:off x="581025" y="3114750"/>
            <a:ext cx="3224700" cy="98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Lời cảm ơn</a:t>
            </a:r>
            <a:endParaRPr/>
          </a:p>
        </p:txBody>
      </p:sp>
      <p:pic>
        <p:nvPicPr>
          <p:cNvPr id="320" name="Google Shape;320;p38"/>
          <p:cNvPicPr preferRelativeResize="0"/>
          <p:nvPr>
            <p:ph idx="2" type="pic"/>
          </p:nvPr>
        </p:nvPicPr>
        <p:blipFill rotWithShape="1">
          <a:blip r:embed="rId3">
            <a:alphaModFix/>
          </a:blip>
          <a:srcRect b="22689" l="0" r="0" t="22689"/>
          <a:stretch/>
        </p:blipFill>
        <p:spPr>
          <a:xfrm>
            <a:off x="0" y="0"/>
            <a:ext cx="9144000" cy="1857300"/>
          </a:xfrm>
          <a:prstGeom prst="rect">
            <a:avLst/>
          </a:prstGeom>
        </p:spPr>
      </p:pic>
      <p:sp>
        <p:nvSpPr>
          <p:cNvPr id="321" name="Google Shape;321;p38"/>
          <p:cNvSpPr txBox="1"/>
          <p:nvPr>
            <p:ph idx="1" type="body"/>
          </p:nvPr>
        </p:nvSpPr>
        <p:spPr>
          <a:xfrm>
            <a:off x="4347675" y="2838575"/>
            <a:ext cx="4230000" cy="428700"/>
          </a:xfrm>
          <a:prstGeom prst="rect">
            <a:avLst/>
          </a:prstGeom>
        </p:spPr>
        <p:txBody>
          <a:bodyPr anchorCtr="0" anchor="ctr" bIns="91425" lIns="0" spcFirstLastPara="1" rIns="91425" wrap="square" tIns="91425">
            <a:normAutofit/>
          </a:bodyPr>
          <a:lstStyle/>
          <a:p>
            <a:pPr indent="0" lvl="0" marL="0" rtl="0" algn="l">
              <a:spcBef>
                <a:spcPts val="0"/>
              </a:spcBef>
              <a:spcAft>
                <a:spcPts val="1200"/>
              </a:spcAft>
              <a:buNone/>
            </a:pPr>
            <a:r>
              <a:rPr lang="vi"/>
              <a:t>0981316779</a:t>
            </a:r>
            <a:endParaRPr/>
          </a:p>
        </p:txBody>
      </p:sp>
      <p:sp>
        <p:nvSpPr>
          <p:cNvPr id="322" name="Google Shape;322;p38"/>
          <p:cNvSpPr txBox="1"/>
          <p:nvPr>
            <p:ph idx="3" type="body"/>
          </p:nvPr>
        </p:nvSpPr>
        <p:spPr>
          <a:xfrm>
            <a:off x="4347675" y="3667225"/>
            <a:ext cx="4230000" cy="428700"/>
          </a:xfrm>
          <a:prstGeom prst="rect">
            <a:avLst/>
          </a:prstGeom>
        </p:spPr>
        <p:txBody>
          <a:bodyPr anchorCtr="0" anchor="ctr" bIns="91425" lIns="0" spcFirstLastPara="1" rIns="91425" wrap="square" tIns="91425">
            <a:normAutofit/>
          </a:bodyPr>
          <a:lstStyle/>
          <a:p>
            <a:pPr indent="0" lvl="0" marL="0" rtl="0" algn="l">
              <a:spcBef>
                <a:spcPts val="0"/>
              </a:spcBef>
              <a:spcAft>
                <a:spcPts val="1200"/>
              </a:spcAft>
              <a:buNone/>
            </a:pPr>
            <a:r>
              <a:rPr lang="vi"/>
              <a:t>Binh.vd01500@sinhvien.hoasen.edu.vn</a:t>
            </a:r>
            <a:endParaRPr/>
          </a:p>
        </p:txBody>
      </p:sp>
      <p:sp>
        <p:nvSpPr>
          <p:cNvPr id="323" name="Google Shape;323;p38"/>
          <p:cNvSpPr txBox="1"/>
          <p:nvPr>
            <p:ph idx="4" type="body"/>
          </p:nvPr>
        </p:nvSpPr>
        <p:spPr>
          <a:xfrm>
            <a:off x="4347675" y="4495875"/>
            <a:ext cx="4230000" cy="428700"/>
          </a:xfrm>
          <a:prstGeom prst="rect">
            <a:avLst/>
          </a:prstGeom>
        </p:spPr>
        <p:txBody>
          <a:bodyPr anchorCtr="0" anchor="ctr" bIns="91425" lIns="0" spcFirstLastPara="1" rIns="91425" wrap="square" tIns="91425">
            <a:normAutofit/>
          </a:bodyPr>
          <a:lstStyle/>
          <a:p>
            <a:pPr indent="0" lvl="0" marL="0" rtl="0" algn="l">
              <a:spcBef>
                <a:spcPts val="0"/>
              </a:spcBef>
              <a:spcAft>
                <a:spcPts val="1200"/>
              </a:spcAft>
              <a:buNone/>
            </a:pPr>
            <a:r>
              <a:rPr lang="vi"/>
              <a:t>https://www.facebook.com/binhdzkosai18cm</a:t>
            </a:r>
            <a:endParaRPr/>
          </a:p>
        </p:txBody>
      </p:sp>
      <p:pic>
        <p:nvPicPr>
          <p:cNvPr id="324" name="Google Shape;324;p38"/>
          <p:cNvPicPr preferRelativeResize="0"/>
          <p:nvPr/>
        </p:nvPicPr>
        <p:blipFill>
          <a:blip r:embed="rId4">
            <a:alphaModFix/>
          </a:blip>
          <a:stretch>
            <a:fillRect/>
          </a:stretch>
        </p:blipFill>
        <p:spPr>
          <a:xfrm>
            <a:off x="1980375" y="2060813"/>
            <a:ext cx="2803325" cy="2803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